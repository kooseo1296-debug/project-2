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8" r:id="rId3"/>
    <p:sldId id="257" r:id="rId4"/>
    <p:sldId id="259" r:id="rId5"/>
    <p:sldId id="260" r:id="rId6"/>
    <p:sldId id="261" r:id="rId7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014" autoAdjust="0"/>
    <p:restoredTop sz="94660"/>
  </p:normalViewPr>
  <p:slideViewPr>
    <p:cSldViewPr snapToGrid="0">
      <p:cViewPr varScale="1">
        <p:scale>
          <a:sx n="63" d="100"/>
          <a:sy n="63" d="100"/>
        </p:scale>
        <p:origin x="86" y="32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EED2473-0850-668F-083B-31D64CC952F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479F7084-AD3F-D4BE-7E84-95B1DA932D4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1DA36F4-7CD7-56CF-DEF2-7BC9ABE78A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FD65E5-7405-40DD-BA52-FA642F30707A}" type="datetimeFigureOut">
              <a:rPr lang="ko-KR" altLang="en-US" smtClean="0"/>
              <a:t>2026-08-26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83E25C20-7399-D81C-1513-8C4A254E29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4BB2823-5114-5FBB-6F51-26EE5A5EDC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40EFD13-41B0-4195-8ABC-37B31B94E3B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8203385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CBFD2F1-4E93-7EC3-6CC8-7836366CC1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9499988-E8E2-6644-BC98-3B52D7FBFB8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BB03F97-D311-A2EA-9F40-57B27DE599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FD65E5-7405-40DD-BA52-FA642F30707A}" type="datetimeFigureOut">
              <a:rPr lang="ko-KR" altLang="en-US" smtClean="0"/>
              <a:t>2026-08-26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20FAF6BA-1750-8988-EADD-17ED700024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3EAD2C5-088B-557A-A191-DA7A1469D6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40EFD13-41B0-4195-8ABC-37B31B94E3B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9937376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F4F0B6D-7E44-F85D-0279-E7042F88CF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F6DBA720-3D29-69EA-460F-70FC91DD2AC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A381114-A665-9BCC-30D3-5A4948B41B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FD65E5-7405-40DD-BA52-FA642F30707A}" type="datetimeFigureOut">
              <a:rPr lang="ko-KR" altLang="en-US" smtClean="0"/>
              <a:t>2026-08-26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715A05B-CF0E-A593-C00D-822D08D07C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82FBAF5-0D36-71B5-5CAA-35CBD69AFA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40EFD13-41B0-4195-8ABC-37B31B94E3B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4047397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713D44C-6136-FF0B-7299-10E93EBB48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2FD6C25-E51E-2765-2760-9564CBAB4A8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C90424E6-CD70-6C53-D0F9-9623C0C7E98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DD3870C5-B08C-BBBB-9126-52DF55D0B0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FD65E5-7405-40DD-BA52-FA642F30707A}" type="datetimeFigureOut">
              <a:rPr lang="ko-KR" altLang="en-US" smtClean="0"/>
              <a:t>2026-08-26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00818395-7D47-609D-CEA6-04E29E9063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971D4A77-0482-3C08-A0EE-7F4256A93E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40EFD13-41B0-4195-8ABC-37B31B94E3B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1088323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20655DC-3D90-FE58-4A11-64BBB9E4E3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FEADB521-03C7-D521-AB9A-CAE11DCA4F6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A2C988A8-E378-10F1-8927-5A59F2470A3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2D0A3562-55DD-EA18-2487-A4B9EC1BA4E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CE961340-6968-AE36-3396-37FDCABAB7B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0AFA2984-6446-4BE0-A8A9-76B44CDAD6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FD65E5-7405-40DD-BA52-FA642F30707A}" type="datetimeFigureOut">
              <a:rPr lang="ko-KR" altLang="en-US" smtClean="0"/>
              <a:t>2026-08-26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8ECD6AC2-4FE4-18CA-CF2F-48639E22F7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7D6CE0E3-FDDE-48C3-D2C2-6DCFC0D2F3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40EFD13-41B0-4195-8ABC-37B31B94E3B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7921667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C73F7D2-7AE7-081F-0E56-64368FD6FF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7959605E-9E8A-FE76-AA67-DE2F4BA8FB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FD65E5-7405-40DD-BA52-FA642F30707A}" type="datetimeFigureOut">
              <a:rPr lang="ko-KR" altLang="en-US" smtClean="0"/>
              <a:t>2026-08-26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61979302-7F85-B238-9EBA-B217657B45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F6DA3BDB-4174-2B8C-AD6B-520D50CC34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40EFD13-41B0-4195-8ABC-37B31B94E3B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8443683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860613E5-E01B-24A6-EB9C-C8F6C52C33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FD65E5-7405-40DD-BA52-FA642F30707A}" type="datetimeFigureOut">
              <a:rPr lang="ko-KR" altLang="en-US" smtClean="0"/>
              <a:t>2026-08-26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236B3DD4-2EAB-D464-95AD-5473B43F09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2239F83-8A27-43F2-0DAC-D53657C941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40EFD13-41B0-4195-8ABC-37B31B94E3B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2015338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9ED1DC7-50B7-4881-1B91-7122DF5A48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780D30A-8572-C7D4-1C32-55B22E811C6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F514DA06-1900-DBBB-7496-CD9E682CFE2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4D50CC37-FE8E-C11D-9F07-8B5C67D8F5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FD65E5-7405-40DD-BA52-FA642F30707A}" type="datetimeFigureOut">
              <a:rPr lang="ko-KR" altLang="en-US" smtClean="0"/>
              <a:t>2026-08-26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7C98486F-FF23-15DD-09EA-577FCB6B39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A7BF7E42-CF63-1CC9-4396-C7929F7AD3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40EFD13-41B0-4195-8ABC-37B31B94E3B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4640106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F25E150-CC89-82ED-D5A0-EF9C0F5AFE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AED31984-B41D-8480-0E56-B13D74A7DDD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968CC38D-9FEB-70D7-552D-1C4C8F733F4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67CE7A36-F723-50BA-CE8F-E6367D6E56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FD65E5-7405-40DD-BA52-FA642F30707A}" type="datetimeFigureOut">
              <a:rPr lang="ko-KR" altLang="en-US" smtClean="0"/>
              <a:t>2026-08-26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645A4049-B134-90AC-750F-21329A1B08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1B2EFA89-2661-26A9-6DAE-11A1ED2B3C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40EFD13-41B0-4195-8ABC-37B31B94E3B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1853798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C9D9EAC-97AE-2D9A-ADDF-A487162E0D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2ED3F7DF-4826-892C-EFF9-B6F5A8593AA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430366C-BD54-3D92-88C8-93DC07486A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FD65E5-7405-40DD-BA52-FA642F30707A}" type="datetimeFigureOut">
              <a:rPr lang="ko-KR" altLang="en-US" smtClean="0"/>
              <a:t>2026-08-26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B6EE374-D75A-1BC6-6A13-75DD82E0B6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C897204-E9D6-44DD-A2EC-1DA6A41FAA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40EFD13-41B0-4195-8ABC-37B31B94E3B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0763814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2495830A-B2AB-BC98-E436-3F0C08C1A93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D28DC286-C9E2-A0AB-3584-7B6951E5C40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87DFD3A-2236-8BCB-EDD8-A5C2CA9406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FD65E5-7405-40DD-BA52-FA642F30707A}" type="datetimeFigureOut">
              <a:rPr lang="ko-KR" altLang="en-US" smtClean="0"/>
              <a:t>2026-08-26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51F5D6E-FA89-7191-95E5-0E6A82082B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FC03105-F28C-CE6F-DFF1-A75B821B17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40EFD13-41B0-4195-8ABC-37B31B94E3B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339236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3490627B-7AF3-7775-1022-AC09FD661E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B63216F4-E569-CE0B-CADC-85802DAD66E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F1CAFF7E-87BE-4E43-EA72-D070682C4B6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FFD65E5-7405-40DD-BA52-FA642F30707A}" type="datetimeFigureOut">
              <a:rPr lang="ko-KR" altLang="en-US" smtClean="0"/>
              <a:t>2026-08-26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6F9A636-911F-FCA1-E4EE-82039C116DC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9A87479-7612-A409-7B4E-3C37449D431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40EFD13-41B0-4195-8ABC-37B31B94E3B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240640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>
            <a:extLst>
              <a:ext uri="{FF2B5EF4-FFF2-40B4-BE49-F238E27FC236}">
                <a16:creationId xmlns:a16="http://schemas.microsoft.com/office/drawing/2014/main" id="{6CDFBA59-4A26-43F2-1513-64870D279ABC}"/>
              </a:ext>
            </a:extLst>
          </p:cNvPr>
          <p:cNvSpPr/>
          <p:nvPr/>
        </p:nvSpPr>
        <p:spPr>
          <a:xfrm>
            <a:off x="1008394" y="1904051"/>
            <a:ext cx="653143" cy="9144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11</a:t>
            </a:r>
            <a:endParaRPr lang="ko-KR" altLang="en-US" dirty="0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75E31CE0-CCE1-1D7E-93FB-21ACD7D5B11B}"/>
              </a:ext>
            </a:extLst>
          </p:cNvPr>
          <p:cNvSpPr/>
          <p:nvPr/>
        </p:nvSpPr>
        <p:spPr>
          <a:xfrm>
            <a:off x="1661537" y="1904051"/>
            <a:ext cx="653143" cy="9144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12</a:t>
            </a:r>
            <a:endParaRPr lang="ko-KR" altLang="en-US" dirty="0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F8F8149D-7118-BE7C-9851-D52600E3C184}"/>
              </a:ext>
            </a:extLst>
          </p:cNvPr>
          <p:cNvSpPr/>
          <p:nvPr/>
        </p:nvSpPr>
        <p:spPr>
          <a:xfrm>
            <a:off x="2314680" y="1904051"/>
            <a:ext cx="653143" cy="9144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13</a:t>
            </a:r>
            <a:endParaRPr lang="ko-KR" altLang="en-US" dirty="0"/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9660BEF1-09D7-E845-BD5F-0D089C7D5797}"/>
              </a:ext>
            </a:extLst>
          </p:cNvPr>
          <p:cNvSpPr/>
          <p:nvPr/>
        </p:nvSpPr>
        <p:spPr>
          <a:xfrm>
            <a:off x="2967823" y="1904051"/>
            <a:ext cx="653143" cy="9144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14</a:t>
            </a:r>
            <a:endParaRPr lang="ko-KR" altLang="en-US" dirty="0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1BFB143D-6098-D57C-CB0A-9C8470882EC1}"/>
              </a:ext>
            </a:extLst>
          </p:cNvPr>
          <p:cNvSpPr/>
          <p:nvPr/>
        </p:nvSpPr>
        <p:spPr>
          <a:xfrm>
            <a:off x="1008394" y="2818451"/>
            <a:ext cx="653143" cy="9144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21</a:t>
            </a:r>
            <a:endParaRPr lang="ko-KR" altLang="en-US" dirty="0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E7AE222A-524A-FA19-2E5E-C3FE564F9BC8}"/>
              </a:ext>
            </a:extLst>
          </p:cNvPr>
          <p:cNvSpPr/>
          <p:nvPr/>
        </p:nvSpPr>
        <p:spPr>
          <a:xfrm>
            <a:off x="1661537" y="2818451"/>
            <a:ext cx="653143" cy="9144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22</a:t>
            </a:r>
            <a:endParaRPr lang="ko-KR" altLang="en-US" dirty="0"/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21755F02-3807-D868-1C2E-D5250794768F}"/>
              </a:ext>
            </a:extLst>
          </p:cNvPr>
          <p:cNvSpPr/>
          <p:nvPr/>
        </p:nvSpPr>
        <p:spPr>
          <a:xfrm>
            <a:off x="2314680" y="2818451"/>
            <a:ext cx="653143" cy="9144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23</a:t>
            </a:r>
            <a:endParaRPr lang="ko-KR" altLang="en-US" dirty="0"/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EB8A23C4-5E3D-2A98-A566-B9D0A190EB5F}"/>
              </a:ext>
            </a:extLst>
          </p:cNvPr>
          <p:cNvSpPr/>
          <p:nvPr/>
        </p:nvSpPr>
        <p:spPr>
          <a:xfrm>
            <a:off x="2967823" y="2818451"/>
            <a:ext cx="653143" cy="9144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24</a:t>
            </a:r>
            <a:endParaRPr lang="ko-KR" altLang="en-US" dirty="0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2D6B1489-2F43-1084-F262-4015C3FDE468}"/>
              </a:ext>
            </a:extLst>
          </p:cNvPr>
          <p:cNvSpPr/>
          <p:nvPr/>
        </p:nvSpPr>
        <p:spPr>
          <a:xfrm>
            <a:off x="1008394" y="3732851"/>
            <a:ext cx="653143" cy="9144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31</a:t>
            </a:r>
            <a:endParaRPr lang="ko-KR" altLang="en-US" dirty="0"/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386E389F-F51F-28E3-0BA3-B48A37E21A3E}"/>
              </a:ext>
            </a:extLst>
          </p:cNvPr>
          <p:cNvSpPr/>
          <p:nvPr/>
        </p:nvSpPr>
        <p:spPr>
          <a:xfrm>
            <a:off x="1661537" y="3732851"/>
            <a:ext cx="653143" cy="9144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32</a:t>
            </a:r>
            <a:endParaRPr lang="ko-KR" altLang="en-US" dirty="0"/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78344E08-E83B-0313-16F4-3662B87A87BB}"/>
              </a:ext>
            </a:extLst>
          </p:cNvPr>
          <p:cNvSpPr/>
          <p:nvPr/>
        </p:nvSpPr>
        <p:spPr>
          <a:xfrm>
            <a:off x="2314680" y="3732851"/>
            <a:ext cx="653143" cy="9144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33</a:t>
            </a:r>
            <a:endParaRPr lang="ko-KR" altLang="en-US" dirty="0"/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7D6CB975-0462-3DE4-BA45-053A2EF0E272}"/>
              </a:ext>
            </a:extLst>
          </p:cNvPr>
          <p:cNvSpPr/>
          <p:nvPr/>
        </p:nvSpPr>
        <p:spPr>
          <a:xfrm>
            <a:off x="2967823" y="3732851"/>
            <a:ext cx="653143" cy="9144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34</a:t>
            </a:r>
            <a:endParaRPr lang="ko-KR" altLang="en-US" dirty="0"/>
          </a:p>
        </p:txBody>
      </p:sp>
      <p:sp>
        <p:nvSpPr>
          <p:cNvPr id="24" name="왼쪽 대괄호 23">
            <a:extLst>
              <a:ext uri="{FF2B5EF4-FFF2-40B4-BE49-F238E27FC236}">
                <a16:creationId xmlns:a16="http://schemas.microsoft.com/office/drawing/2014/main" id="{A1A4D219-7355-C27E-B4EC-09AFA2B66F56}"/>
              </a:ext>
            </a:extLst>
          </p:cNvPr>
          <p:cNvSpPr/>
          <p:nvPr/>
        </p:nvSpPr>
        <p:spPr>
          <a:xfrm>
            <a:off x="701418" y="1904052"/>
            <a:ext cx="306976" cy="914400"/>
          </a:xfrm>
          <a:prstGeom prst="leftBracket">
            <a:avLst>
              <a:gd name="adj" fmla="val 57269"/>
            </a:avLst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5" name="왼쪽 대괄호 24">
            <a:extLst>
              <a:ext uri="{FF2B5EF4-FFF2-40B4-BE49-F238E27FC236}">
                <a16:creationId xmlns:a16="http://schemas.microsoft.com/office/drawing/2014/main" id="{98D03A23-0CB4-7564-8830-866BA41FF3C3}"/>
              </a:ext>
            </a:extLst>
          </p:cNvPr>
          <p:cNvSpPr/>
          <p:nvPr/>
        </p:nvSpPr>
        <p:spPr>
          <a:xfrm rot="5400000">
            <a:off x="1214136" y="1456649"/>
            <a:ext cx="241659" cy="653143"/>
          </a:xfrm>
          <a:prstGeom prst="leftBracket">
            <a:avLst>
              <a:gd name="adj" fmla="val 57269"/>
            </a:avLst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75DC6F5B-50C1-A478-D3FA-E00CDFC6ACD1}"/>
              </a:ext>
            </a:extLst>
          </p:cNvPr>
          <p:cNvSpPr txBox="1"/>
          <p:nvPr/>
        </p:nvSpPr>
        <p:spPr>
          <a:xfrm>
            <a:off x="243883" y="2176585"/>
            <a:ext cx="4379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16</a:t>
            </a:r>
            <a:endParaRPr lang="ko-KR" altLang="en-US" dirty="0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E6F6693D-1A6B-93B8-2351-30518254F94F}"/>
              </a:ext>
            </a:extLst>
          </p:cNvPr>
          <p:cNvSpPr txBox="1"/>
          <p:nvPr/>
        </p:nvSpPr>
        <p:spPr>
          <a:xfrm>
            <a:off x="1179313" y="1293058"/>
            <a:ext cx="3113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9</a:t>
            </a:r>
            <a:endParaRPr lang="ko-KR" altLang="en-US" dirty="0"/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BF755E09-6BC8-A782-2374-50CDAEFFDDD8}"/>
              </a:ext>
            </a:extLst>
          </p:cNvPr>
          <p:cNvSpPr/>
          <p:nvPr/>
        </p:nvSpPr>
        <p:spPr>
          <a:xfrm rot="16200000">
            <a:off x="5394656" y="2601210"/>
            <a:ext cx="653143" cy="9144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11</a:t>
            </a:r>
            <a:endParaRPr lang="ko-KR" altLang="en-US" dirty="0"/>
          </a:p>
        </p:txBody>
      </p:sp>
      <p:sp>
        <p:nvSpPr>
          <p:cNvPr id="29" name="직사각형 28">
            <a:extLst>
              <a:ext uri="{FF2B5EF4-FFF2-40B4-BE49-F238E27FC236}">
                <a16:creationId xmlns:a16="http://schemas.microsoft.com/office/drawing/2014/main" id="{472773F5-AD42-77FB-7B63-172DD50916ED}"/>
              </a:ext>
            </a:extLst>
          </p:cNvPr>
          <p:cNvSpPr/>
          <p:nvPr/>
        </p:nvSpPr>
        <p:spPr>
          <a:xfrm rot="16200000">
            <a:off x="6309057" y="2601210"/>
            <a:ext cx="653143" cy="9144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21</a:t>
            </a:r>
            <a:endParaRPr lang="ko-KR" altLang="en-US" dirty="0"/>
          </a:p>
        </p:txBody>
      </p:sp>
      <p:sp>
        <p:nvSpPr>
          <p:cNvPr id="30" name="직사각형 29">
            <a:extLst>
              <a:ext uri="{FF2B5EF4-FFF2-40B4-BE49-F238E27FC236}">
                <a16:creationId xmlns:a16="http://schemas.microsoft.com/office/drawing/2014/main" id="{A9E20B1D-6E34-DBDB-522C-3F0E6EE8BF44}"/>
              </a:ext>
            </a:extLst>
          </p:cNvPr>
          <p:cNvSpPr/>
          <p:nvPr/>
        </p:nvSpPr>
        <p:spPr>
          <a:xfrm rot="16200000">
            <a:off x="7223458" y="2601210"/>
            <a:ext cx="653143" cy="9144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31</a:t>
            </a:r>
            <a:endParaRPr lang="ko-KR" altLang="en-US" dirty="0"/>
          </a:p>
        </p:txBody>
      </p:sp>
      <p:sp>
        <p:nvSpPr>
          <p:cNvPr id="33" name="직사각형 32">
            <a:extLst>
              <a:ext uri="{FF2B5EF4-FFF2-40B4-BE49-F238E27FC236}">
                <a16:creationId xmlns:a16="http://schemas.microsoft.com/office/drawing/2014/main" id="{CAD7D293-FB53-DD27-63F7-76C82347D779}"/>
              </a:ext>
            </a:extLst>
          </p:cNvPr>
          <p:cNvSpPr/>
          <p:nvPr/>
        </p:nvSpPr>
        <p:spPr>
          <a:xfrm rot="16200000">
            <a:off x="8727863" y="2601210"/>
            <a:ext cx="653143" cy="9144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12</a:t>
            </a:r>
            <a:endParaRPr lang="ko-KR" altLang="en-US" dirty="0"/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D18506BA-993A-0452-64C2-51EA85C9A9AB}"/>
              </a:ext>
            </a:extLst>
          </p:cNvPr>
          <p:cNvSpPr/>
          <p:nvPr/>
        </p:nvSpPr>
        <p:spPr>
          <a:xfrm rot="16200000">
            <a:off x="9642264" y="2601210"/>
            <a:ext cx="653143" cy="9144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22</a:t>
            </a:r>
            <a:endParaRPr lang="ko-KR" altLang="en-US" dirty="0"/>
          </a:p>
        </p:txBody>
      </p:sp>
      <p:sp>
        <p:nvSpPr>
          <p:cNvPr id="35" name="직사각형 34">
            <a:extLst>
              <a:ext uri="{FF2B5EF4-FFF2-40B4-BE49-F238E27FC236}">
                <a16:creationId xmlns:a16="http://schemas.microsoft.com/office/drawing/2014/main" id="{2F89BD2A-0EB0-ED98-5874-F8916A18AEBF}"/>
              </a:ext>
            </a:extLst>
          </p:cNvPr>
          <p:cNvSpPr/>
          <p:nvPr/>
        </p:nvSpPr>
        <p:spPr>
          <a:xfrm rot="16200000">
            <a:off x="10556665" y="2601210"/>
            <a:ext cx="653143" cy="9144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32</a:t>
            </a:r>
            <a:endParaRPr lang="ko-KR" altLang="en-US" dirty="0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75E8E7B2-096F-4AA1-E770-7FA411EAECCD}"/>
              </a:ext>
            </a:extLst>
          </p:cNvPr>
          <p:cNvSpPr txBox="1"/>
          <p:nvPr/>
        </p:nvSpPr>
        <p:spPr>
          <a:xfrm>
            <a:off x="8125876" y="2873742"/>
            <a:ext cx="33855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...</a:t>
            </a:r>
            <a:endParaRPr lang="ko-KR" altLang="en-US" dirty="0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00E4746B-6176-4F50-D6E1-FF0F6CFB8073}"/>
              </a:ext>
            </a:extLst>
          </p:cNvPr>
          <p:cNvSpPr txBox="1"/>
          <p:nvPr/>
        </p:nvSpPr>
        <p:spPr>
          <a:xfrm rot="5400000">
            <a:off x="2145403" y="5130965"/>
            <a:ext cx="33855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...</a:t>
            </a:r>
            <a:endParaRPr lang="ko-KR" altLang="en-US" dirty="0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09617507-CA0E-0D1E-2818-0DFE976583F7}"/>
              </a:ext>
            </a:extLst>
          </p:cNvPr>
          <p:cNvSpPr txBox="1"/>
          <p:nvPr/>
        </p:nvSpPr>
        <p:spPr>
          <a:xfrm>
            <a:off x="6072140" y="2023953"/>
            <a:ext cx="19194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Activation</a:t>
            </a:r>
            <a:r>
              <a:rPr lang="ko-KR" altLang="en-US" dirty="0"/>
              <a:t> </a:t>
            </a:r>
            <a:r>
              <a:rPr lang="en-US" altLang="ko-KR" dirty="0"/>
              <a:t>Buffer</a:t>
            </a:r>
            <a:endParaRPr lang="ko-KR" altLang="en-US" dirty="0"/>
          </a:p>
        </p:txBody>
      </p:sp>
      <p:cxnSp>
        <p:nvCxnSpPr>
          <p:cNvPr id="40" name="직선 화살표 연결선 39">
            <a:extLst>
              <a:ext uri="{FF2B5EF4-FFF2-40B4-BE49-F238E27FC236}">
                <a16:creationId xmlns:a16="http://schemas.microsoft.com/office/drawing/2014/main" id="{E1BC0EFC-0979-7F90-AD11-60EA99072DF8}"/>
              </a:ext>
            </a:extLst>
          </p:cNvPr>
          <p:cNvCxnSpPr/>
          <p:nvPr/>
        </p:nvCxnSpPr>
        <p:spPr>
          <a:xfrm>
            <a:off x="5024935" y="2527731"/>
            <a:ext cx="0" cy="128016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1" name="직선 화살표 연결선 40">
            <a:extLst>
              <a:ext uri="{FF2B5EF4-FFF2-40B4-BE49-F238E27FC236}">
                <a16:creationId xmlns:a16="http://schemas.microsoft.com/office/drawing/2014/main" id="{9755D1C8-9424-DEB4-965C-E26C22F5CD2C}"/>
              </a:ext>
            </a:extLst>
          </p:cNvPr>
          <p:cNvCxnSpPr>
            <a:cxnSpLocks/>
          </p:cNvCxnSpPr>
          <p:nvPr/>
        </p:nvCxnSpPr>
        <p:spPr>
          <a:xfrm>
            <a:off x="4865610" y="3593988"/>
            <a:ext cx="6658096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4" name="TextBox 43">
            <a:extLst>
              <a:ext uri="{FF2B5EF4-FFF2-40B4-BE49-F238E27FC236}">
                <a16:creationId xmlns:a16="http://schemas.microsoft.com/office/drawing/2014/main" id="{043DC796-7331-0EC3-F580-81D95825F411}"/>
              </a:ext>
            </a:extLst>
          </p:cNvPr>
          <p:cNvSpPr txBox="1"/>
          <p:nvPr/>
        </p:nvSpPr>
        <p:spPr>
          <a:xfrm>
            <a:off x="11099295" y="3641412"/>
            <a:ext cx="848822" cy="3231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500" dirty="0"/>
              <a:t>address</a:t>
            </a:r>
            <a:endParaRPr lang="ko-KR" altLang="en-US" sz="1500" dirty="0"/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5C2EEE37-5434-2B0E-5A03-45C45458261B}"/>
              </a:ext>
            </a:extLst>
          </p:cNvPr>
          <p:cNvSpPr txBox="1"/>
          <p:nvPr/>
        </p:nvSpPr>
        <p:spPr>
          <a:xfrm>
            <a:off x="4722352" y="2199669"/>
            <a:ext cx="605166" cy="3231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500" dirty="0"/>
              <a:t>bank</a:t>
            </a:r>
            <a:endParaRPr lang="ko-KR" altLang="en-US" sz="1500" dirty="0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A64360FA-7476-1728-64D2-32295A172EE5}"/>
              </a:ext>
            </a:extLst>
          </p:cNvPr>
          <p:cNvSpPr txBox="1"/>
          <p:nvPr/>
        </p:nvSpPr>
        <p:spPr>
          <a:xfrm>
            <a:off x="11490581" y="2873742"/>
            <a:ext cx="33855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...</a:t>
            </a:r>
            <a:endParaRPr lang="ko-KR" altLang="en-US" dirty="0"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A1A14743-0222-A722-0A6B-8C3F762D83FE}"/>
              </a:ext>
            </a:extLst>
          </p:cNvPr>
          <p:cNvSpPr txBox="1"/>
          <p:nvPr/>
        </p:nvSpPr>
        <p:spPr>
          <a:xfrm>
            <a:off x="1334965" y="747991"/>
            <a:ext cx="19482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Activation matrix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31412292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extBox 19">
            <a:extLst>
              <a:ext uri="{FF2B5EF4-FFF2-40B4-BE49-F238E27FC236}">
                <a16:creationId xmlns:a16="http://schemas.microsoft.com/office/drawing/2014/main" id="{E3516D05-7E1E-AF19-46A9-EA1F93BE7991}"/>
              </a:ext>
            </a:extLst>
          </p:cNvPr>
          <p:cNvSpPr txBox="1"/>
          <p:nvPr/>
        </p:nvSpPr>
        <p:spPr>
          <a:xfrm>
            <a:off x="1765685" y="747991"/>
            <a:ext cx="166148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Weight matrix</a:t>
            </a:r>
            <a:endParaRPr lang="ko-KR" altLang="en-US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5E11BD95-CB2B-46B7-AB76-6A5DEB8D0F07}"/>
              </a:ext>
            </a:extLst>
          </p:cNvPr>
          <p:cNvSpPr txBox="1"/>
          <p:nvPr/>
        </p:nvSpPr>
        <p:spPr>
          <a:xfrm rot="5400000">
            <a:off x="2242482" y="2818839"/>
            <a:ext cx="33855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...</a:t>
            </a:r>
            <a:endParaRPr lang="ko-KR" altLang="en-US" dirty="0"/>
          </a:p>
        </p:txBody>
      </p: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217AC014-4029-5789-423F-9FC3E57E2EAE}"/>
              </a:ext>
            </a:extLst>
          </p:cNvPr>
          <p:cNvSpPr/>
          <p:nvPr/>
        </p:nvSpPr>
        <p:spPr>
          <a:xfrm>
            <a:off x="1045619" y="1317927"/>
            <a:ext cx="914401" cy="653144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11</a:t>
            </a:r>
            <a:endParaRPr lang="ko-KR" altLang="en-US" dirty="0"/>
          </a:p>
        </p:txBody>
      </p:sp>
      <p:sp>
        <p:nvSpPr>
          <p:cNvPr id="26" name="직사각형 25">
            <a:extLst>
              <a:ext uri="{FF2B5EF4-FFF2-40B4-BE49-F238E27FC236}">
                <a16:creationId xmlns:a16="http://schemas.microsoft.com/office/drawing/2014/main" id="{F1997515-1BF7-865D-244D-A9A3C2D72334}"/>
              </a:ext>
            </a:extLst>
          </p:cNvPr>
          <p:cNvSpPr/>
          <p:nvPr/>
        </p:nvSpPr>
        <p:spPr>
          <a:xfrm>
            <a:off x="1960020" y="1317927"/>
            <a:ext cx="914401" cy="653144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12</a:t>
            </a:r>
            <a:endParaRPr lang="ko-KR" altLang="en-US" dirty="0"/>
          </a:p>
        </p:txBody>
      </p: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387F4E0E-5A31-584F-A579-581C04C44C9E}"/>
              </a:ext>
            </a:extLst>
          </p:cNvPr>
          <p:cNvSpPr/>
          <p:nvPr/>
        </p:nvSpPr>
        <p:spPr>
          <a:xfrm>
            <a:off x="2874421" y="1317927"/>
            <a:ext cx="914401" cy="653144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13</a:t>
            </a:r>
            <a:endParaRPr lang="ko-KR" altLang="en-US" dirty="0"/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52FAD2E3-6D97-6841-A1CE-CD0BBBC56DC6}"/>
              </a:ext>
            </a:extLst>
          </p:cNvPr>
          <p:cNvSpPr/>
          <p:nvPr/>
        </p:nvSpPr>
        <p:spPr>
          <a:xfrm>
            <a:off x="1045619" y="1976181"/>
            <a:ext cx="914401" cy="653144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21</a:t>
            </a:r>
            <a:endParaRPr lang="ko-KR" altLang="en-US" dirty="0"/>
          </a:p>
        </p:txBody>
      </p:sp>
      <p:sp>
        <p:nvSpPr>
          <p:cNvPr id="29" name="직사각형 28">
            <a:extLst>
              <a:ext uri="{FF2B5EF4-FFF2-40B4-BE49-F238E27FC236}">
                <a16:creationId xmlns:a16="http://schemas.microsoft.com/office/drawing/2014/main" id="{17C249E1-2FFA-069E-E3D8-E6F55D419CED}"/>
              </a:ext>
            </a:extLst>
          </p:cNvPr>
          <p:cNvSpPr/>
          <p:nvPr/>
        </p:nvSpPr>
        <p:spPr>
          <a:xfrm>
            <a:off x="1960020" y="1976181"/>
            <a:ext cx="914401" cy="653144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22</a:t>
            </a:r>
            <a:endParaRPr lang="ko-KR" altLang="en-US" dirty="0"/>
          </a:p>
        </p:txBody>
      </p:sp>
      <p:sp>
        <p:nvSpPr>
          <p:cNvPr id="30" name="직사각형 29">
            <a:extLst>
              <a:ext uri="{FF2B5EF4-FFF2-40B4-BE49-F238E27FC236}">
                <a16:creationId xmlns:a16="http://schemas.microsoft.com/office/drawing/2014/main" id="{57F3FC0C-F0D6-0D7E-BD7B-F06C7606706B}"/>
              </a:ext>
            </a:extLst>
          </p:cNvPr>
          <p:cNvSpPr/>
          <p:nvPr/>
        </p:nvSpPr>
        <p:spPr>
          <a:xfrm>
            <a:off x="2874421" y="1976181"/>
            <a:ext cx="914401" cy="653144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23</a:t>
            </a:r>
            <a:endParaRPr lang="ko-KR" altLang="en-US" dirty="0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37AC41FF-5453-6568-003C-956B88A12D09}"/>
              </a:ext>
            </a:extLst>
          </p:cNvPr>
          <p:cNvSpPr txBox="1"/>
          <p:nvPr/>
        </p:nvSpPr>
        <p:spPr>
          <a:xfrm>
            <a:off x="7135380" y="443191"/>
            <a:ext cx="163262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Weight Buffer</a:t>
            </a:r>
            <a:endParaRPr lang="ko-KR" altLang="en-US" dirty="0"/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DF2AA454-18F3-2A9F-2DBD-8A8BEB98ABB2}"/>
              </a:ext>
            </a:extLst>
          </p:cNvPr>
          <p:cNvSpPr/>
          <p:nvPr/>
        </p:nvSpPr>
        <p:spPr>
          <a:xfrm>
            <a:off x="7499954" y="1522830"/>
            <a:ext cx="914401" cy="653144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11</a:t>
            </a:r>
            <a:endParaRPr lang="ko-KR" altLang="en-US" dirty="0"/>
          </a:p>
        </p:txBody>
      </p:sp>
      <p:sp>
        <p:nvSpPr>
          <p:cNvPr id="33" name="직사각형 32">
            <a:extLst>
              <a:ext uri="{FF2B5EF4-FFF2-40B4-BE49-F238E27FC236}">
                <a16:creationId xmlns:a16="http://schemas.microsoft.com/office/drawing/2014/main" id="{D57179D8-9FB4-EACE-DD92-1AEAE9B8BEEC}"/>
              </a:ext>
            </a:extLst>
          </p:cNvPr>
          <p:cNvSpPr/>
          <p:nvPr/>
        </p:nvSpPr>
        <p:spPr>
          <a:xfrm>
            <a:off x="7499954" y="2181084"/>
            <a:ext cx="914401" cy="653144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21</a:t>
            </a:r>
            <a:endParaRPr lang="ko-KR" altLang="en-US" dirty="0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3192F607-EECF-F772-58A0-E289A196EA42}"/>
              </a:ext>
            </a:extLst>
          </p:cNvPr>
          <p:cNvSpPr txBox="1"/>
          <p:nvPr/>
        </p:nvSpPr>
        <p:spPr>
          <a:xfrm rot="5400000">
            <a:off x="7804219" y="2905924"/>
            <a:ext cx="33855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...</a:t>
            </a:r>
            <a:endParaRPr lang="ko-KR" altLang="en-US" dirty="0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D0A34C76-A207-A219-763A-03D130BE327E}"/>
              </a:ext>
            </a:extLst>
          </p:cNvPr>
          <p:cNvSpPr txBox="1"/>
          <p:nvPr/>
        </p:nvSpPr>
        <p:spPr>
          <a:xfrm rot="5400000">
            <a:off x="7782416" y="4929912"/>
            <a:ext cx="33855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...</a:t>
            </a:r>
            <a:endParaRPr lang="ko-KR" altLang="en-US" dirty="0"/>
          </a:p>
        </p:txBody>
      </p:sp>
      <p:sp>
        <p:nvSpPr>
          <p:cNvPr id="36" name="직사각형 35">
            <a:extLst>
              <a:ext uri="{FF2B5EF4-FFF2-40B4-BE49-F238E27FC236}">
                <a16:creationId xmlns:a16="http://schemas.microsoft.com/office/drawing/2014/main" id="{03DC3F2E-2411-B116-EE82-29B04BCBAE1F}"/>
              </a:ext>
            </a:extLst>
          </p:cNvPr>
          <p:cNvSpPr/>
          <p:nvPr/>
        </p:nvSpPr>
        <p:spPr>
          <a:xfrm>
            <a:off x="7499954" y="3429000"/>
            <a:ext cx="914401" cy="653144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12</a:t>
            </a:r>
            <a:endParaRPr lang="ko-KR" altLang="en-US" dirty="0"/>
          </a:p>
        </p:txBody>
      </p:sp>
      <p:sp>
        <p:nvSpPr>
          <p:cNvPr id="37" name="직사각형 36">
            <a:extLst>
              <a:ext uri="{FF2B5EF4-FFF2-40B4-BE49-F238E27FC236}">
                <a16:creationId xmlns:a16="http://schemas.microsoft.com/office/drawing/2014/main" id="{9018E8F8-0810-E4DA-13AB-C79128700C88}"/>
              </a:ext>
            </a:extLst>
          </p:cNvPr>
          <p:cNvSpPr/>
          <p:nvPr/>
        </p:nvSpPr>
        <p:spPr>
          <a:xfrm>
            <a:off x="7499954" y="4087254"/>
            <a:ext cx="914401" cy="653144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22</a:t>
            </a:r>
            <a:endParaRPr lang="ko-KR" altLang="en-US" dirty="0"/>
          </a:p>
        </p:txBody>
      </p:sp>
      <p:cxnSp>
        <p:nvCxnSpPr>
          <p:cNvPr id="38" name="직선 화살표 연결선 37">
            <a:extLst>
              <a:ext uri="{FF2B5EF4-FFF2-40B4-BE49-F238E27FC236}">
                <a16:creationId xmlns:a16="http://schemas.microsoft.com/office/drawing/2014/main" id="{ED33624A-A038-1238-3679-715C283888BD}"/>
              </a:ext>
            </a:extLst>
          </p:cNvPr>
          <p:cNvCxnSpPr>
            <a:cxnSpLocks/>
          </p:cNvCxnSpPr>
          <p:nvPr/>
        </p:nvCxnSpPr>
        <p:spPr>
          <a:xfrm>
            <a:off x="7135380" y="1262267"/>
            <a:ext cx="1577546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1" name="TextBox 40">
            <a:extLst>
              <a:ext uri="{FF2B5EF4-FFF2-40B4-BE49-F238E27FC236}">
                <a16:creationId xmlns:a16="http://schemas.microsoft.com/office/drawing/2014/main" id="{640D3364-488B-3C44-1A5C-0FC5C3418440}"/>
              </a:ext>
            </a:extLst>
          </p:cNvPr>
          <p:cNvSpPr txBox="1"/>
          <p:nvPr/>
        </p:nvSpPr>
        <p:spPr>
          <a:xfrm>
            <a:off x="8712926" y="1047014"/>
            <a:ext cx="604653" cy="3231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500" dirty="0"/>
              <a:t>Bank</a:t>
            </a:r>
            <a:endParaRPr lang="ko-KR" altLang="en-US" sz="1500" dirty="0"/>
          </a:p>
        </p:txBody>
      </p:sp>
      <p:cxnSp>
        <p:nvCxnSpPr>
          <p:cNvPr id="42" name="직선 화살표 연결선 41">
            <a:extLst>
              <a:ext uri="{FF2B5EF4-FFF2-40B4-BE49-F238E27FC236}">
                <a16:creationId xmlns:a16="http://schemas.microsoft.com/office/drawing/2014/main" id="{9D4F40BF-E551-C5EF-3549-2910D06BDB93}"/>
              </a:ext>
            </a:extLst>
          </p:cNvPr>
          <p:cNvCxnSpPr>
            <a:cxnSpLocks/>
          </p:cNvCxnSpPr>
          <p:nvPr/>
        </p:nvCxnSpPr>
        <p:spPr>
          <a:xfrm>
            <a:off x="7330439" y="1117323"/>
            <a:ext cx="0" cy="4551957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6" name="TextBox 45">
            <a:extLst>
              <a:ext uri="{FF2B5EF4-FFF2-40B4-BE49-F238E27FC236}">
                <a16:creationId xmlns:a16="http://schemas.microsoft.com/office/drawing/2014/main" id="{CB986885-82E4-B802-38D5-79476826E180}"/>
              </a:ext>
            </a:extLst>
          </p:cNvPr>
          <p:cNvSpPr txBox="1"/>
          <p:nvPr/>
        </p:nvSpPr>
        <p:spPr>
          <a:xfrm>
            <a:off x="6892402" y="5754022"/>
            <a:ext cx="876074" cy="3231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500" dirty="0"/>
              <a:t>Address</a:t>
            </a:r>
            <a:endParaRPr lang="ko-KR" altLang="en-US" sz="1500" dirty="0"/>
          </a:p>
        </p:txBody>
      </p:sp>
    </p:spTree>
    <p:extLst>
      <p:ext uri="{BB962C8B-B14F-4D97-AF65-F5344CB8AC3E}">
        <p14:creationId xmlns:p14="http://schemas.microsoft.com/office/powerpoint/2010/main" val="312612077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>
            <a:extLst>
              <a:ext uri="{FF2B5EF4-FFF2-40B4-BE49-F238E27FC236}">
                <a16:creationId xmlns:a16="http://schemas.microsoft.com/office/drawing/2014/main" id="{FD596B84-A66A-576C-8204-A2B8A8EFC08F}"/>
              </a:ext>
            </a:extLst>
          </p:cNvPr>
          <p:cNvSpPr/>
          <p:nvPr/>
        </p:nvSpPr>
        <p:spPr>
          <a:xfrm rot="5400000">
            <a:off x="2697176" y="674441"/>
            <a:ext cx="653143" cy="9144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31</a:t>
            </a:r>
            <a:endParaRPr lang="ko-KR" altLang="en-US" dirty="0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D55F0396-FD11-BCB1-94F5-C414512787C1}"/>
              </a:ext>
            </a:extLst>
          </p:cNvPr>
          <p:cNvSpPr/>
          <p:nvPr/>
        </p:nvSpPr>
        <p:spPr>
          <a:xfrm rot="5400000">
            <a:off x="3611577" y="674441"/>
            <a:ext cx="653143" cy="9144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21</a:t>
            </a:r>
            <a:endParaRPr lang="ko-KR" altLang="en-US" dirty="0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674CA1E8-F38E-A112-ECED-7F3366F00C7D}"/>
              </a:ext>
            </a:extLst>
          </p:cNvPr>
          <p:cNvSpPr/>
          <p:nvPr/>
        </p:nvSpPr>
        <p:spPr>
          <a:xfrm rot="5400000">
            <a:off x="4525978" y="674441"/>
            <a:ext cx="653143" cy="9144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11</a:t>
            </a:r>
            <a:endParaRPr lang="ko-KR" alt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4323B8D-F948-8493-B7DB-2B22016468A3}"/>
              </a:ext>
            </a:extLst>
          </p:cNvPr>
          <p:cNvSpPr txBox="1"/>
          <p:nvPr/>
        </p:nvSpPr>
        <p:spPr>
          <a:xfrm rot="10800000">
            <a:off x="2227993" y="1031882"/>
            <a:ext cx="33855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...</a:t>
            </a:r>
            <a:endParaRPr lang="ko-KR" altLang="en-US" dirty="0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90773BF6-863B-FF59-4049-EE86F6C71874}"/>
              </a:ext>
            </a:extLst>
          </p:cNvPr>
          <p:cNvSpPr/>
          <p:nvPr/>
        </p:nvSpPr>
        <p:spPr>
          <a:xfrm>
            <a:off x="6903417" y="808476"/>
            <a:ext cx="914401" cy="653144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11</a:t>
            </a:r>
            <a:endParaRPr lang="ko-KR" altLang="en-US" dirty="0"/>
          </a:p>
        </p:txBody>
      </p:sp>
      <p:cxnSp>
        <p:nvCxnSpPr>
          <p:cNvPr id="16" name="직선 화살표 연결선 15">
            <a:extLst>
              <a:ext uri="{FF2B5EF4-FFF2-40B4-BE49-F238E27FC236}">
                <a16:creationId xmlns:a16="http://schemas.microsoft.com/office/drawing/2014/main" id="{2F85F3A2-941E-347C-2552-62CE82CC68C2}"/>
              </a:ext>
            </a:extLst>
          </p:cNvPr>
          <p:cNvCxnSpPr/>
          <p:nvPr/>
        </p:nvCxnSpPr>
        <p:spPr>
          <a:xfrm>
            <a:off x="5577840" y="1123406"/>
            <a:ext cx="1103811" cy="0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FE66C144-01FC-0C0D-C625-79017D0A5910}"/>
              </a:ext>
            </a:extLst>
          </p:cNvPr>
          <p:cNvSpPr/>
          <p:nvPr/>
        </p:nvSpPr>
        <p:spPr>
          <a:xfrm rot="5400000">
            <a:off x="2697176" y="1865339"/>
            <a:ext cx="653143" cy="9144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31</a:t>
            </a:r>
            <a:endParaRPr lang="ko-KR" altLang="en-US" dirty="0"/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C21890D7-8C3F-951F-BAA4-5697BF3BCF07}"/>
              </a:ext>
            </a:extLst>
          </p:cNvPr>
          <p:cNvSpPr/>
          <p:nvPr/>
        </p:nvSpPr>
        <p:spPr>
          <a:xfrm rot="5400000">
            <a:off x="3611577" y="1865339"/>
            <a:ext cx="653143" cy="9144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21</a:t>
            </a:r>
            <a:endParaRPr lang="ko-KR" altLang="en-US" dirty="0"/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80AC48ED-4417-2CB8-3A56-C7D229262DBE}"/>
              </a:ext>
            </a:extLst>
          </p:cNvPr>
          <p:cNvSpPr/>
          <p:nvPr/>
        </p:nvSpPr>
        <p:spPr>
          <a:xfrm rot="5400000">
            <a:off x="4525978" y="1865339"/>
            <a:ext cx="653143" cy="9144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11</a:t>
            </a:r>
            <a:endParaRPr lang="ko-KR" altLang="en-US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996F703-47B3-1651-D553-4DDFB683DC0B}"/>
              </a:ext>
            </a:extLst>
          </p:cNvPr>
          <p:cNvSpPr txBox="1"/>
          <p:nvPr/>
        </p:nvSpPr>
        <p:spPr>
          <a:xfrm rot="10800000">
            <a:off x="2227993" y="2222780"/>
            <a:ext cx="33855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...</a:t>
            </a:r>
            <a:endParaRPr lang="ko-KR" altLang="en-US" dirty="0"/>
          </a:p>
        </p:txBody>
      </p:sp>
      <p:sp>
        <p:nvSpPr>
          <p:cNvPr id="22" name="직사각형 21">
            <a:extLst>
              <a:ext uri="{FF2B5EF4-FFF2-40B4-BE49-F238E27FC236}">
                <a16:creationId xmlns:a16="http://schemas.microsoft.com/office/drawing/2014/main" id="{79F7CF61-339A-92E6-85A9-E9AD2502312D}"/>
              </a:ext>
            </a:extLst>
          </p:cNvPr>
          <p:cNvSpPr/>
          <p:nvPr/>
        </p:nvSpPr>
        <p:spPr>
          <a:xfrm>
            <a:off x="6903417" y="1999374"/>
            <a:ext cx="914401" cy="653144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12</a:t>
            </a:r>
            <a:endParaRPr lang="ko-KR" altLang="en-US" dirty="0"/>
          </a:p>
        </p:txBody>
      </p:sp>
      <p:cxnSp>
        <p:nvCxnSpPr>
          <p:cNvPr id="23" name="직선 화살표 연결선 22">
            <a:extLst>
              <a:ext uri="{FF2B5EF4-FFF2-40B4-BE49-F238E27FC236}">
                <a16:creationId xmlns:a16="http://schemas.microsoft.com/office/drawing/2014/main" id="{E5F40332-F709-640B-A3F1-8CBCFA7C0ADA}"/>
              </a:ext>
            </a:extLst>
          </p:cNvPr>
          <p:cNvCxnSpPr/>
          <p:nvPr/>
        </p:nvCxnSpPr>
        <p:spPr>
          <a:xfrm>
            <a:off x="5577840" y="2314304"/>
            <a:ext cx="1103811" cy="0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5FB82A57-4B15-63B7-118E-C8B5F8F21E34}"/>
              </a:ext>
            </a:extLst>
          </p:cNvPr>
          <p:cNvSpPr txBox="1"/>
          <p:nvPr/>
        </p:nvSpPr>
        <p:spPr>
          <a:xfrm rot="16200000">
            <a:off x="5408563" y="3075057"/>
            <a:ext cx="33855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...</a:t>
            </a:r>
            <a:endParaRPr lang="ko-KR" altLang="en-US" dirty="0"/>
          </a:p>
        </p:txBody>
      </p: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D7734A45-8B1C-4C69-7E6B-3419EE8714E6}"/>
              </a:ext>
            </a:extLst>
          </p:cNvPr>
          <p:cNvSpPr/>
          <p:nvPr/>
        </p:nvSpPr>
        <p:spPr>
          <a:xfrm rot="5400000">
            <a:off x="2697175" y="3500697"/>
            <a:ext cx="653143" cy="9144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32</a:t>
            </a:r>
            <a:endParaRPr lang="ko-KR" altLang="en-US" dirty="0"/>
          </a:p>
        </p:txBody>
      </p:sp>
      <p:sp>
        <p:nvSpPr>
          <p:cNvPr id="26" name="직사각형 25">
            <a:extLst>
              <a:ext uri="{FF2B5EF4-FFF2-40B4-BE49-F238E27FC236}">
                <a16:creationId xmlns:a16="http://schemas.microsoft.com/office/drawing/2014/main" id="{31D021C0-1969-31BE-D0FC-52D078E0D37E}"/>
              </a:ext>
            </a:extLst>
          </p:cNvPr>
          <p:cNvSpPr/>
          <p:nvPr/>
        </p:nvSpPr>
        <p:spPr>
          <a:xfrm rot="5400000">
            <a:off x="3611576" y="3500697"/>
            <a:ext cx="653143" cy="9144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22</a:t>
            </a:r>
            <a:endParaRPr lang="ko-KR" altLang="en-US" dirty="0"/>
          </a:p>
        </p:txBody>
      </p: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48112009-CFE2-1FF3-781D-8DE6856D54D6}"/>
              </a:ext>
            </a:extLst>
          </p:cNvPr>
          <p:cNvSpPr/>
          <p:nvPr/>
        </p:nvSpPr>
        <p:spPr>
          <a:xfrm rot="5400000">
            <a:off x="4525977" y="3500697"/>
            <a:ext cx="653143" cy="9144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12</a:t>
            </a:r>
            <a:endParaRPr lang="ko-KR" altLang="en-US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181EF32F-2733-82C0-67CE-762476BE70F7}"/>
              </a:ext>
            </a:extLst>
          </p:cNvPr>
          <p:cNvSpPr txBox="1"/>
          <p:nvPr/>
        </p:nvSpPr>
        <p:spPr>
          <a:xfrm rot="10800000">
            <a:off x="2227992" y="3858138"/>
            <a:ext cx="33855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...</a:t>
            </a:r>
            <a:endParaRPr lang="ko-KR" altLang="en-US" dirty="0"/>
          </a:p>
        </p:txBody>
      </p:sp>
      <p:sp>
        <p:nvSpPr>
          <p:cNvPr id="29" name="직사각형 28">
            <a:extLst>
              <a:ext uri="{FF2B5EF4-FFF2-40B4-BE49-F238E27FC236}">
                <a16:creationId xmlns:a16="http://schemas.microsoft.com/office/drawing/2014/main" id="{03DC1E5F-1BE0-2ECF-4EA7-EE024C7415C2}"/>
              </a:ext>
            </a:extLst>
          </p:cNvPr>
          <p:cNvSpPr/>
          <p:nvPr/>
        </p:nvSpPr>
        <p:spPr>
          <a:xfrm>
            <a:off x="6903416" y="3634732"/>
            <a:ext cx="914401" cy="653144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21</a:t>
            </a:r>
            <a:endParaRPr lang="ko-KR" altLang="en-US" dirty="0"/>
          </a:p>
        </p:txBody>
      </p:sp>
      <p:cxnSp>
        <p:nvCxnSpPr>
          <p:cNvPr id="30" name="직선 화살표 연결선 29">
            <a:extLst>
              <a:ext uri="{FF2B5EF4-FFF2-40B4-BE49-F238E27FC236}">
                <a16:creationId xmlns:a16="http://schemas.microsoft.com/office/drawing/2014/main" id="{C137F363-620B-43E6-698B-0FB4730344C0}"/>
              </a:ext>
            </a:extLst>
          </p:cNvPr>
          <p:cNvCxnSpPr/>
          <p:nvPr/>
        </p:nvCxnSpPr>
        <p:spPr>
          <a:xfrm>
            <a:off x="5577839" y="3949662"/>
            <a:ext cx="1103811" cy="0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직사각형 30">
            <a:extLst>
              <a:ext uri="{FF2B5EF4-FFF2-40B4-BE49-F238E27FC236}">
                <a16:creationId xmlns:a16="http://schemas.microsoft.com/office/drawing/2014/main" id="{B3BD2BFA-8884-18E8-A537-4E353D13EDCB}"/>
              </a:ext>
            </a:extLst>
          </p:cNvPr>
          <p:cNvSpPr/>
          <p:nvPr/>
        </p:nvSpPr>
        <p:spPr>
          <a:xfrm rot="5400000">
            <a:off x="2697175" y="4600392"/>
            <a:ext cx="653143" cy="9144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32</a:t>
            </a:r>
            <a:endParaRPr lang="ko-KR" altLang="en-US" dirty="0"/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EC4EB50A-962D-A17D-95AC-9931E037EBB5}"/>
              </a:ext>
            </a:extLst>
          </p:cNvPr>
          <p:cNvSpPr/>
          <p:nvPr/>
        </p:nvSpPr>
        <p:spPr>
          <a:xfrm rot="5400000">
            <a:off x="3611576" y="4600392"/>
            <a:ext cx="653143" cy="9144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22</a:t>
            </a:r>
            <a:endParaRPr lang="ko-KR" altLang="en-US" dirty="0"/>
          </a:p>
        </p:txBody>
      </p:sp>
      <p:sp>
        <p:nvSpPr>
          <p:cNvPr id="33" name="직사각형 32">
            <a:extLst>
              <a:ext uri="{FF2B5EF4-FFF2-40B4-BE49-F238E27FC236}">
                <a16:creationId xmlns:a16="http://schemas.microsoft.com/office/drawing/2014/main" id="{49768926-3322-B165-292E-A992C4F1E837}"/>
              </a:ext>
            </a:extLst>
          </p:cNvPr>
          <p:cNvSpPr/>
          <p:nvPr/>
        </p:nvSpPr>
        <p:spPr>
          <a:xfrm rot="5400000">
            <a:off x="4525977" y="4600392"/>
            <a:ext cx="653143" cy="9144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12</a:t>
            </a:r>
            <a:endParaRPr lang="ko-KR" altLang="en-US" dirty="0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534B9A4D-AF1F-AA66-AC6B-80A0C8029D7E}"/>
              </a:ext>
            </a:extLst>
          </p:cNvPr>
          <p:cNvSpPr txBox="1"/>
          <p:nvPr/>
        </p:nvSpPr>
        <p:spPr>
          <a:xfrm rot="10800000">
            <a:off x="2227992" y="4957833"/>
            <a:ext cx="33855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...</a:t>
            </a:r>
            <a:endParaRPr lang="ko-KR" altLang="en-US" dirty="0"/>
          </a:p>
        </p:txBody>
      </p:sp>
      <p:sp>
        <p:nvSpPr>
          <p:cNvPr id="35" name="직사각형 34">
            <a:extLst>
              <a:ext uri="{FF2B5EF4-FFF2-40B4-BE49-F238E27FC236}">
                <a16:creationId xmlns:a16="http://schemas.microsoft.com/office/drawing/2014/main" id="{4FCD5F92-1AE6-2CF7-22F8-0E58FAC5FF59}"/>
              </a:ext>
            </a:extLst>
          </p:cNvPr>
          <p:cNvSpPr/>
          <p:nvPr/>
        </p:nvSpPr>
        <p:spPr>
          <a:xfrm>
            <a:off x="6903416" y="4734427"/>
            <a:ext cx="914401" cy="653144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22</a:t>
            </a:r>
            <a:endParaRPr lang="ko-KR" altLang="en-US" dirty="0"/>
          </a:p>
        </p:txBody>
      </p:sp>
      <p:cxnSp>
        <p:nvCxnSpPr>
          <p:cNvPr id="36" name="직선 화살표 연결선 35">
            <a:extLst>
              <a:ext uri="{FF2B5EF4-FFF2-40B4-BE49-F238E27FC236}">
                <a16:creationId xmlns:a16="http://schemas.microsoft.com/office/drawing/2014/main" id="{30D689A4-040B-A139-8E22-5C20EE53BAAB}"/>
              </a:ext>
            </a:extLst>
          </p:cNvPr>
          <p:cNvCxnSpPr/>
          <p:nvPr/>
        </p:nvCxnSpPr>
        <p:spPr>
          <a:xfrm>
            <a:off x="5577839" y="5049357"/>
            <a:ext cx="1103811" cy="0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707359A1-2A1C-42F4-8DC4-D01F95DB393F}"/>
              </a:ext>
            </a:extLst>
          </p:cNvPr>
          <p:cNvSpPr txBox="1"/>
          <p:nvPr/>
        </p:nvSpPr>
        <p:spPr>
          <a:xfrm rot="16200000">
            <a:off x="5408562" y="5795109"/>
            <a:ext cx="33855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...</a:t>
            </a:r>
            <a:endParaRPr lang="ko-KR" altLang="en-US" dirty="0"/>
          </a:p>
        </p:txBody>
      </p:sp>
      <p:cxnSp>
        <p:nvCxnSpPr>
          <p:cNvPr id="39" name="직선 화살표 연결선 38">
            <a:extLst>
              <a:ext uri="{FF2B5EF4-FFF2-40B4-BE49-F238E27FC236}">
                <a16:creationId xmlns:a16="http://schemas.microsoft.com/office/drawing/2014/main" id="{41B19575-8041-4CBD-DFC0-46A6C07E0016}"/>
              </a:ext>
            </a:extLst>
          </p:cNvPr>
          <p:cNvCxnSpPr>
            <a:cxnSpLocks/>
          </p:cNvCxnSpPr>
          <p:nvPr/>
        </p:nvCxnSpPr>
        <p:spPr>
          <a:xfrm>
            <a:off x="1737360" y="326571"/>
            <a:ext cx="0" cy="6351814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1" name="TextBox 40">
            <a:extLst>
              <a:ext uri="{FF2B5EF4-FFF2-40B4-BE49-F238E27FC236}">
                <a16:creationId xmlns:a16="http://schemas.microsoft.com/office/drawing/2014/main" id="{B6EA665B-F254-3392-F457-64B3E4245FEE}"/>
              </a:ext>
            </a:extLst>
          </p:cNvPr>
          <p:cNvSpPr txBox="1"/>
          <p:nvPr/>
        </p:nvSpPr>
        <p:spPr>
          <a:xfrm>
            <a:off x="945854" y="141905"/>
            <a:ext cx="6912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Time</a:t>
            </a:r>
            <a:endParaRPr lang="ko-KR" altLang="en-US" dirty="0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0FDDABDD-7E02-8576-E7E0-09F56C33FD2F}"/>
              </a:ext>
            </a:extLst>
          </p:cNvPr>
          <p:cNvSpPr txBox="1"/>
          <p:nvPr/>
        </p:nvSpPr>
        <p:spPr>
          <a:xfrm>
            <a:off x="3226525" y="129296"/>
            <a:ext cx="180395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Load Activation</a:t>
            </a:r>
            <a:endParaRPr lang="ko-KR" altLang="en-US" dirty="0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7B5C02EA-154C-CCD4-D17C-25C81EF1C80B}"/>
              </a:ext>
            </a:extLst>
          </p:cNvPr>
          <p:cNvSpPr txBox="1"/>
          <p:nvPr/>
        </p:nvSpPr>
        <p:spPr>
          <a:xfrm>
            <a:off x="6681650" y="141905"/>
            <a:ext cx="15171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Load Weight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91186095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7" name="연결선: 꺾임 56">
            <a:extLst>
              <a:ext uri="{FF2B5EF4-FFF2-40B4-BE49-F238E27FC236}">
                <a16:creationId xmlns:a16="http://schemas.microsoft.com/office/drawing/2014/main" id="{FEE1617E-82A4-B88C-60B7-081C26881355}"/>
              </a:ext>
            </a:extLst>
          </p:cNvPr>
          <p:cNvCxnSpPr>
            <a:cxnSpLocks/>
            <a:stCxn id="24" idx="3"/>
          </p:cNvCxnSpPr>
          <p:nvPr/>
        </p:nvCxnSpPr>
        <p:spPr>
          <a:xfrm flipH="1" flipV="1">
            <a:off x="9059447" y="2790827"/>
            <a:ext cx="310406" cy="3481456"/>
          </a:xfrm>
          <a:prstGeom prst="bentConnector4">
            <a:avLst>
              <a:gd name="adj1" fmla="val -317727"/>
              <a:gd name="adj2" fmla="val 107887"/>
            </a:avLst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" name="직사각형 3">
            <a:extLst>
              <a:ext uri="{FF2B5EF4-FFF2-40B4-BE49-F238E27FC236}">
                <a16:creationId xmlns:a16="http://schemas.microsoft.com/office/drawing/2014/main" id="{22027EA8-5232-BD52-9B50-82B7C7F3F4CA}"/>
              </a:ext>
            </a:extLst>
          </p:cNvPr>
          <p:cNvSpPr/>
          <p:nvPr/>
        </p:nvSpPr>
        <p:spPr>
          <a:xfrm>
            <a:off x="4150967" y="743610"/>
            <a:ext cx="1080000" cy="720000"/>
          </a:xfrm>
          <a:prstGeom prst="rect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Ctrl</a:t>
            </a:r>
            <a:endParaRPr lang="ko-KR" altLang="en-US" dirty="0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54F714C3-8CA2-2CA2-D554-889119871E0D}"/>
              </a:ext>
            </a:extLst>
          </p:cNvPr>
          <p:cNvSpPr/>
          <p:nvPr/>
        </p:nvSpPr>
        <p:spPr>
          <a:xfrm>
            <a:off x="7209853" y="2790827"/>
            <a:ext cx="2160000" cy="2160000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Weight-Stationary</a:t>
            </a:r>
          </a:p>
          <a:p>
            <a:pPr algn="ctr"/>
            <a:r>
              <a:rPr lang="en-US" altLang="ko-KR" dirty="0"/>
              <a:t>Systolic Array</a:t>
            </a:r>
          </a:p>
          <a:p>
            <a:pPr algn="ctr"/>
            <a:r>
              <a:rPr lang="en-US" altLang="ko-KR" dirty="0"/>
              <a:t>9 * 16</a:t>
            </a:r>
            <a:endParaRPr lang="ko-KR" altLang="en-US" dirty="0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0CDFB3AA-9855-6455-8D66-8406DB4108A5}"/>
              </a:ext>
            </a:extLst>
          </p:cNvPr>
          <p:cNvSpPr/>
          <p:nvPr/>
        </p:nvSpPr>
        <p:spPr>
          <a:xfrm>
            <a:off x="4150967" y="2785067"/>
            <a:ext cx="1080000" cy="2160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Activ-</a:t>
            </a:r>
            <a:r>
              <a:rPr lang="en-US" altLang="ko-KR" dirty="0" err="1"/>
              <a:t>ation</a:t>
            </a:r>
            <a:endParaRPr lang="en-US" altLang="ko-KR" dirty="0"/>
          </a:p>
          <a:p>
            <a:pPr algn="ctr"/>
            <a:r>
              <a:rPr lang="en-US" altLang="ko-KR" dirty="0"/>
              <a:t>Buffer</a:t>
            </a:r>
            <a:endParaRPr lang="ko-KR" altLang="en-US" dirty="0"/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71FBD8E3-0C28-AC46-805C-38EEBC9F5759}"/>
              </a:ext>
            </a:extLst>
          </p:cNvPr>
          <p:cNvSpPr/>
          <p:nvPr/>
        </p:nvSpPr>
        <p:spPr>
          <a:xfrm>
            <a:off x="7209853" y="743610"/>
            <a:ext cx="2160000" cy="720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Weight Buffer</a:t>
            </a:r>
            <a:endParaRPr lang="ko-KR" altLang="en-US" dirty="0"/>
          </a:p>
        </p:txBody>
      </p:sp>
      <p:cxnSp>
        <p:nvCxnSpPr>
          <p:cNvPr id="9" name="직선 화살표 연결선 8">
            <a:extLst>
              <a:ext uri="{FF2B5EF4-FFF2-40B4-BE49-F238E27FC236}">
                <a16:creationId xmlns:a16="http://schemas.microsoft.com/office/drawing/2014/main" id="{36329125-B619-1EF1-CE4D-595DF7C2CAF3}"/>
              </a:ext>
            </a:extLst>
          </p:cNvPr>
          <p:cNvCxnSpPr>
            <a:stCxn id="4" idx="3"/>
            <a:endCxn id="7" idx="1"/>
          </p:cNvCxnSpPr>
          <p:nvPr/>
        </p:nvCxnSpPr>
        <p:spPr>
          <a:xfrm>
            <a:off x="5230967" y="1103610"/>
            <a:ext cx="1978886" cy="0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" name="직선 화살표 연결선 10">
            <a:extLst>
              <a:ext uri="{FF2B5EF4-FFF2-40B4-BE49-F238E27FC236}">
                <a16:creationId xmlns:a16="http://schemas.microsoft.com/office/drawing/2014/main" id="{7F6B7DDE-788F-42FB-CD33-5F1A9BBF1862}"/>
              </a:ext>
            </a:extLst>
          </p:cNvPr>
          <p:cNvCxnSpPr>
            <a:cxnSpLocks/>
            <a:stCxn id="4" idx="2"/>
            <a:endCxn id="6" idx="0"/>
          </p:cNvCxnSpPr>
          <p:nvPr/>
        </p:nvCxnSpPr>
        <p:spPr>
          <a:xfrm>
            <a:off x="4690967" y="1463610"/>
            <a:ext cx="0" cy="1321457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" name="직선 화살표 연결선 13">
            <a:extLst>
              <a:ext uri="{FF2B5EF4-FFF2-40B4-BE49-F238E27FC236}">
                <a16:creationId xmlns:a16="http://schemas.microsoft.com/office/drawing/2014/main" id="{0DEBEE8F-6F27-D612-7591-C77FDC004B13}"/>
              </a:ext>
            </a:extLst>
          </p:cNvPr>
          <p:cNvCxnSpPr>
            <a:cxnSpLocks/>
            <a:stCxn id="7" idx="2"/>
            <a:endCxn id="5" idx="0"/>
          </p:cNvCxnSpPr>
          <p:nvPr/>
        </p:nvCxnSpPr>
        <p:spPr>
          <a:xfrm>
            <a:off x="8289853" y="1463610"/>
            <a:ext cx="0" cy="1327217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" name="직선 화살표 연결선 16">
            <a:extLst>
              <a:ext uri="{FF2B5EF4-FFF2-40B4-BE49-F238E27FC236}">
                <a16:creationId xmlns:a16="http://schemas.microsoft.com/office/drawing/2014/main" id="{586F7BAC-CBA9-D275-7A5E-D9253E631AEE}"/>
              </a:ext>
            </a:extLst>
          </p:cNvPr>
          <p:cNvCxnSpPr>
            <a:cxnSpLocks/>
            <a:stCxn id="6" idx="3"/>
            <a:endCxn id="5" idx="1"/>
          </p:cNvCxnSpPr>
          <p:nvPr/>
        </p:nvCxnSpPr>
        <p:spPr>
          <a:xfrm>
            <a:off x="5230967" y="3865067"/>
            <a:ext cx="1978886" cy="5760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CAE1E7AE-70BF-CC91-6F95-38402CFC11E4}"/>
              </a:ext>
            </a:extLst>
          </p:cNvPr>
          <p:cNvSpPr/>
          <p:nvPr/>
        </p:nvSpPr>
        <p:spPr>
          <a:xfrm>
            <a:off x="7209853" y="5912283"/>
            <a:ext cx="2160000" cy="720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Product Buffer</a:t>
            </a:r>
            <a:endParaRPr lang="ko-KR" altLang="en-US" dirty="0"/>
          </a:p>
        </p:txBody>
      </p:sp>
      <p:cxnSp>
        <p:nvCxnSpPr>
          <p:cNvPr id="29" name="직선 화살표 연결선 28">
            <a:extLst>
              <a:ext uri="{FF2B5EF4-FFF2-40B4-BE49-F238E27FC236}">
                <a16:creationId xmlns:a16="http://schemas.microsoft.com/office/drawing/2014/main" id="{782706C0-5DDA-9B0E-CCD2-25E73B3DE5DC}"/>
              </a:ext>
            </a:extLst>
          </p:cNvPr>
          <p:cNvCxnSpPr>
            <a:cxnSpLocks/>
            <a:stCxn id="5" idx="2"/>
            <a:endCxn id="24" idx="0"/>
          </p:cNvCxnSpPr>
          <p:nvPr/>
        </p:nvCxnSpPr>
        <p:spPr>
          <a:xfrm>
            <a:off x="8289853" y="4950827"/>
            <a:ext cx="0" cy="961456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4553B21C-583A-6C66-0A5A-7E815F1DD071}"/>
              </a:ext>
            </a:extLst>
          </p:cNvPr>
          <p:cNvSpPr/>
          <p:nvPr/>
        </p:nvSpPr>
        <p:spPr>
          <a:xfrm>
            <a:off x="4330967" y="1944338"/>
            <a:ext cx="720000" cy="36000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cxnSp>
        <p:nvCxnSpPr>
          <p:cNvPr id="34" name="연결선: 꺾임 33">
            <a:extLst>
              <a:ext uri="{FF2B5EF4-FFF2-40B4-BE49-F238E27FC236}">
                <a16:creationId xmlns:a16="http://schemas.microsoft.com/office/drawing/2014/main" id="{025283C5-6F29-A62D-11EA-D1CFDD58090C}"/>
              </a:ext>
            </a:extLst>
          </p:cNvPr>
          <p:cNvCxnSpPr>
            <a:cxnSpLocks/>
          </p:cNvCxnSpPr>
          <p:nvPr/>
        </p:nvCxnSpPr>
        <p:spPr>
          <a:xfrm>
            <a:off x="5230967" y="1390221"/>
            <a:ext cx="1978886" cy="1394846"/>
          </a:xfrm>
          <a:prstGeom prst="bentConnector3">
            <a:avLst>
              <a:gd name="adj1" fmla="val 75084"/>
            </a:avLst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6" name="직사각형 35">
            <a:extLst>
              <a:ext uri="{FF2B5EF4-FFF2-40B4-BE49-F238E27FC236}">
                <a16:creationId xmlns:a16="http://schemas.microsoft.com/office/drawing/2014/main" id="{1A4706DA-E6D0-A860-6CD5-1160393A8990}"/>
              </a:ext>
            </a:extLst>
          </p:cNvPr>
          <p:cNvSpPr/>
          <p:nvPr/>
        </p:nvSpPr>
        <p:spPr>
          <a:xfrm>
            <a:off x="5860410" y="923610"/>
            <a:ext cx="720000" cy="36000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0" name="직사각형 39">
            <a:extLst>
              <a:ext uri="{FF2B5EF4-FFF2-40B4-BE49-F238E27FC236}">
                <a16:creationId xmlns:a16="http://schemas.microsoft.com/office/drawing/2014/main" id="{2E419EA1-CD45-7ED0-15DD-5F20CE346854}"/>
              </a:ext>
            </a:extLst>
          </p:cNvPr>
          <p:cNvSpPr/>
          <p:nvPr/>
        </p:nvSpPr>
        <p:spPr>
          <a:xfrm>
            <a:off x="6358830" y="1944338"/>
            <a:ext cx="720000" cy="36000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cxnSp>
        <p:nvCxnSpPr>
          <p:cNvPr id="42" name="연결선: 꺾임 41">
            <a:extLst>
              <a:ext uri="{FF2B5EF4-FFF2-40B4-BE49-F238E27FC236}">
                <a16:creationId xmlns:a16="http://schemas.microsoft.com/office/drawing/2014/main" id="{76862E10-7C9B-406F-DA71-84FD27A472BA}"/>
              </a:ext>
            </a:extLst>
          </p:cNvPr>
          <p:cNvCxnSpPr>
            <a:cxnSpLocks/>
            <a:stCxn id="40" idx="1"/>
          </p:cNvCxnSpPr>
          <p:nvPr/>
        </p:nvCxnSpPr>
        <p:spPr>
          <a:xfrm rot="10800000">
            <a:off x="5183104" y="1463610"/>
            <a:ext cx="1175726" cy="660728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9" name="직사각형 48">
            <a:extLst>
              <a:ext uri="{FF2B5EF4-FFF2-40B4-BE49-F238E27FC236}">
                <a16:creationId xmlns:a16="http://schemas.microsoft.com/office/drawing/2014/main" id="{1A4706DA-E6D0-A860-6CD5-1160393A8990}"/>
              </a:ext>
            </a:extLst>
          </p:cNvPr>
          <p:cNvSpPr/>
          <p:nvPr/>
        </p:nvSpPr>
        <p:spPr>
          <a:xfrm>
            <a:off x="7929853" y="1944338"/>
            <a:ext cx="720000" cy="36000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50" name="직사각형 49">
            <a:extLst>
              <a:ext uri="{FF2B5EF4-FFF2-40B4-BE49-F238E27FC236}">
                <a16:creationId xmlns:a16="http://schemas.microsoft.com/office/drawing/2014/main" id="{DE384B5F-D6B4-6A99-3FE4-79ACD8FBCA8C}"/>
              </a:ext>
            </a:extLst>
          </p:cNvPr>
          <p:cNvSpPr/>
          <p:nvPr/>
        </p:nvSpPr>
        <p:spPr>
          <a:xfrm>
            <a:off x="5499853" y="2785067"/>
            <a:ext cx="1080000" cy="216000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tx1"/>
                </a:solidFill>
              </a:rPr>
              <a:t>Input</a:t>
            </a:r>
          </a:p>
          <a:p>
            <a:pPr algn="ctr"/>
            <a:r>
              <a:rPr lang="en-US" altLang="ko-KR" dirty="0">
                <a:solidFill>
                  <a:schemeClr val="tx1"/>
                </a:solidFill>
              </a:rPr>
              <a:t>Loader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51" name="직사각형 50">
            <a:extLst>
              <a:ext uri="{FF2B5EF4-FFF2-40B4-BE49-F238E27FC236}">
                <a16:creationId xmlns:a16="http://schemas.microsoft.com/office/drawing/2014/main" id="{7C9B587E-A0BF-45F4-9F94-000F6199C65C}"/>
              </a:ext>
            </a:extLst>
          </p:cNvPr>
          <p:cNvSpPr/>
          <p:nvPr/>
        </p:nvSpPr>
        <p:spPr>
          <a:xfrm>
            <a:off x="9829554" y="3145067"/>
            <a:ext cx="1079999" cy="144000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tx1"/>
                </a:solidFill>
              </a:rPr>
              <a:t>Product</a:t>
            </a:r>
          </a:p>
          <a:p>
            <a:pPr algn="ctr"/>
            <a:r>
              <a:rPr lang="en-US" altLang="ko-KR" dirty="0">
                <a:solidFill>
                  <a:schemeClr val="tx1"/>
                </a:solidFill>
              </a:rPr>
              <a:t>Loader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52" name="직사각형 51">
            <a:extLst>
              <a:ext uri="{FF2B5EF4-FFF2-40B4-BE49-F238E27FC236}">
                <a16:creationId xmlns:a16="http://schemas.microsoft.com/office/drawing/2014/main" id="{AD952723-1F14-7638-92E1-34A0F8D70053}"/>
              </a:ext>
            </a:extLst>
          </p:cNvPr>
          <p:cNvSpPr/>
          <p:nvPr/>
        </p:nvSpPr>
        <p:spPr>
          <a:xfrm>
            <a:off x="7929853" y="5251555"/>
            <a:ext cx="720000" cy="36000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cxnSp>
        <p:nvCxnSpPr>
          <p:cNvPr id="64" name="연결선: 꺾임 63">
            <a:extLst>
              <a:ext uri="{FF2B5EF4-FFF2-40B4-BE49-F238E27FC236}">
                <a16:creationId xmlns:a16="http://schemas.microsoft.com/office/drawing/2014/main" id="{09BE48BD-8BE2-F4A1-DC04-04ADDE523B69}"/>
              </a:ext>
            </a:extLst>
          </p:cNvPr>
          <p:cNvCxnSpPr>
            <a:stCxn id="24" idx="1"/>
            <a:endCxn id="4" idx="1"/>
          </p:cNvCxnSpPr>
          <p:nvPr/>
        </p:nvCxnSpPr>
        <p:spPr>
          <a:xfrm rot="10800000">
            <a:off x="4150967" y="1103611"/>
            <a:ext cx="3058886" cy="5168673"/>
          </a:xfrm>
          <a:prstGeom prst="bentConnector3">
            <a:avLst>
              <a:gd name="adj1" fmla="val 107473"/>
            </a:avLst>
          </a:prstGeom>
          <a:ln w="28575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직사각형 52">
            <a:extLst>
              <a:ext uri="{FF2B5EF4-FFF2-40B4-BE49-F238E27FC236}">
                <a16:creationId xmlns:a16="http://schemas.microsoft.com/office/drawing/2014/main" id="{30A5F70C-A855-8024-F860-286BB212C0CA}"/>
              </a:ext>
            </a:extLst>
          </p:cNvPr>
          <p:cNvSpPr/>
          <p:nvPr/>
        </p:nvSpPr>
        <p:spPr>
          <a:xfrm>
            <a:off x="3560259" y="6086524"/>
            <a:ext cx="720000" cy="36000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cxnSp>
        <p:nvCxnSpPr>
          <p:cNvPr id="65" name="연결선: 꺾임 64">
            <a:extLst>
              <a:ext uri="{FF2B5EF4-FFF2-40B4-BE49-F238E27FC236}">
                <a16:creationId xmlns:a16="http://schemas.microsoft.com/office/drawing/2014/main" id="{C9E899FE-AFAC-9F46-9463-023D0B557966}"/>
              </a:ext>
            </a:extLst>
          </p:cNvPr>
          <p:cNvCxnSpPr>
            <a:cxnSpLocks/>
            <a:stCxn id="52" idx="1"/>
            <a:endCxn id="4" idx="1"/>
          </p:cNvCxnSpPr>
          <p:nvPr/>
        </p:nvCxnSpPr>
        <p:spPr>
          <a:xfrm rot="10800000">
            <a:off x="4150967" y="1103611"/>
            <a:ext cx="3778886" cy="4327945"/>
          </a:xfrm>
          <a:prstGeom prst="bentConnector3">
            <a:avLst>
              <a:gd name="adj1" fmla="val 109841"/>
            </a:avLst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2" name="직사각형 71">
            <a:extLst>
              <a:ext uri="{FF2B5EF4-FFF2-40B4-BE49-F238E27FC236}">
                <a16:creationId xmlns:a16="http://schemas.microsoft.com/office/drawing/2014/main" id="{1D413E62-D059-1CEB-DE79-860EB79FC5B9}"/>
              </a:ext>
            </a:extLst>
          </p:cNvPr>
          <p:cNvSpPr/>
          <p:nvPr/>
        </p:nvSpPr>
        <p:spPr>
          <a:xfrm>
            <a:off x="3330054" y="585716"/>
            <a:ext cx="7826990" cy="6128984"/>
          </a:xfrm>
          <a:prstGeom prst="rect">
            <a:avLst/>
          </a:prstGeom>
          <a:noFill/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7772100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C9B133A9-002E-DD4F-9FB9-ACC6851D4E1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53819" y="1096669"/>
            <a:ext cx="6481685" cy="5103597"/>
          </a:xfrm>
          <a:prstGeom prst="rect">
            <a:avLst/>
          </a:prstGeom>
        </p:spPr>
      </p:pic>
      <p:sp>
        <p:nvSpPr>
          <p:cNvPr id="6" name="직사각형 5">
            <a:extLst>
              <a:ext uri="{FF2B5EF4-FFF2-40B4-BE49-F238E27FC236}">
                <a16:creationId xmlns:a16="http://schemas.microsoft.com/office/drawing/2014/main" id="{A0C4316B-8C19-7F2A-81BD-CE32E3B89E3E}"/>
              </a:ext>
            </a:extLst>
          </p:cNvPr>
          <p:cNvSpPr/>
          <p:nvPr/>
        </p:nvSpPr>
        <p:spPr>
          <a:xfrm>
            <a:off x="4229987" y="829873"/>
            <a:ext cx="6653283" cy="5418160"/>
          </a:xfrm>
          <a:prstGeom prst="rect">
            <a:avLst/>
          </a:prstGeom>
          <a:noFill/>
          <a:ln w="28575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DF120B3-171A-DF18-DAF3-EAACDC4CA262}"/>
              </a:ext>
            </a:extLst>
          </p:cNvPr>
          <p:cNvSpPr txBox="1"/>
          <p:nvPr/>
        </p:nvSpPr>
        <p:spPr>
          <a:xfrm>
            <a:off x="9927883" y="829873"/>
            <a:ext cx="90762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 err="1"/>
              <a:t>MatMul</a:t>
            </a:r>
            <a:endParaRPr lang="ko-KR" altLang="en-US" sz="16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DF120B3-171A-DF18-DAF3-EAACDC4CA262}"/>
              </a:ext>
            </a:extLst>
          </p:cNvPr>
          <p:cNvSpPr txBox="1"/>
          <p:nvPr/>
        </p:nvSpPr>
        <p:spPr>
          <a:xfrm>
            <a:off x="9848373" y="491319"/>
            <a:ext cx="106663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 err="1">
                <a:solidFill>
                  <a:srgbClr val="C00000"/>
                </a:solidFill>
              </a:rPr>
              <a:t>AXI_Slave</a:t>
            </a:r>
            <a:endParaRPr lang="ko-KR" altLang="en-US" sz="1600" dirty="0">
              <a:solidFill>
                <a:srgbClr val="C00000"/>
              </a:solidFill>
            </a:endParaRP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4B3E509C-B523-4218-85E6-FF3FE26ECDD5}"/>
              </a:ext>
            </a:extLst>
          </p:cNvPr>
          <p:cNvSpPr/>
          <p:nvPr/>
        </p:nvSpPr>
        <p:spPr>
          <a:xfrm>
            <a:off x="4066214" y="491319"/>
            <a:ext cx="6940388" cy="5875362"/>
          </a:xfrm>
          <a:prstGeom prst="rect">
            <a:avLst/>
          </a:prstGeom>
          <a:noFill/>
          <a:ln w="28575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1A21086-46DD-6CC8-A066-7293C4D9FA45}"/>
              </a:ext>
            </a:extLst>
          </p:cNvPr>
          <p:cNvSpPr txBox="1"/>
          <p:nvPr/>
        </p:nvSpPr>
        <p:spPr>
          <a:xfrm>
            <a:off x="9784921" y="152765"/>
            <a:ext cx="122168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 err="1">
                <a:solidFill>
                  <a:schemeClr val="accent4"/>
                </a:solidFill>
              </a:rPr>
              <a:t>AXI_Master</a:t>
            </a:r>
            <a:endParaRPr lang="ko-KR" altLang="en-US" sz="1600" dirty="0">
              <a:solidFill>
                <a:schemeClr val="accent4"/>
              </a:solidFill>
            </a:endParaRP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1533EBEA-442C-6470-52F4-8B846B762679}"/>
              </a:ext>
            </a:extLst>
          </p:cNvPr>
          <p:cNvSpPr/>
          <p:nvPr/>
        </p:nvSpPr>
        <p:spPr>
          <a:xfrm>
            <a:off x="1203619" y="1629000"/>
            <a:ext cx="1593354" cy="3600000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800" dirty="0"/>
              <a:t>PS</a:t>
            </a:r>
            <a:endParaRPr lang="ko-KR" altLang="en-US" sz="2800" dirty="0"/>
          </a:p>
        </p:txBody>
      </p:sp>
      <p:cxnSp>
        <p:nvCxnSpPr>
          <p:cNvPr id="14" name="직선 화살표 연결선 13">
            <a:extLst>
              <a:ext uri="{FF2B5EF4-FFF2-40B4-BE49-F238E27FC236}">
                <a16:creationId xmlns:a16="http://schemas.microsoft.com/office/drawing/2014/main" id="{17D4B5BE-6272-740D-CF55-E291B5198DB2}"/>
              </a:ext>
            </a:extLst>
          </p:cNvPr>
          <p:cNvCxnSpPr>
            <a:stCxn id="12" idx="3"/>
            <a:endCxn id="10" idx="1"/>
          </p:cNvCxnSpPr>
          <p:nvPr/>
        </p:nvCxnSpPr>
        <p:spPr>
          <a:xfrm>
            <a:off x="2796973" y="3429000"/>
            <a:ext cx="1269241" cy="0"/>
          </a:xfrm>
          <a:prstGeom prst="straightConnector1">
            <a:avLst/>
          </a:prstGeom>
          <a:ln w="76200"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957879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>
            <a:extLst>
              <a:ext uri="{FF2B5EF4-FFF2-40B4-BE49-F238E27FC236}">
                <a16:creationId xmlns:a16="http://schemas.microsoft.com/office/drawing/2014/main" id="{87E5F342-EE1D-D172-CE43-A7BE6A2393A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91242" y="0"/>
            <a:ext cx="6009515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7921335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72</TotalTime>
  <Words>100</Words>
  <Application>Microsoft Office PowerPoint</Application>
  <PresentationFormat>와이드스크린</PresentationFormat>
  <Paragraphs>85</Paragraphs>
  <Slides>6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6</vt:i4>
      </vt:variant>
    </vt:vector>
  </HeadingPairs>
  <TitlesOfParts>
    <vt:vector size="9" baseType="lpstr">
      <vt:lpstr>맑은 고딕</vt:lpstr>
      <vt:lpstr>Arial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본서 구</dc:creator>
  <cp:lastModifiedBy>본서 구</cp:lastModifiedBy>
  <cp:revision>5</cp:revision>
  <dcterms:created xsi:type="dcterms:W3CDTF">2026-08-24T11:24:44Z</dcterms:created>
  <dcterms:modified xsi:type="dcterms:W3CDTF">2026-08-26T04:24:23Z</dcterms:modified>
</cp:coreProperties>
</file>