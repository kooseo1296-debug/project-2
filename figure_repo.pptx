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z9PLmyJDvc3OczHN76NfeOhrnOA8_n2u39a__e1rgk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2" r:id="rId2"/>
    <p:sldId id="269" r:id="rId3"/>
    <p:sldId id="265" r:id="rId4"/>
    <p:sldId id="256" r:id="rId5"/>
    <p:sldId id="258" r:id="rId6"/>
    <p:sldId id="267" r:id="rId7"/>
    <p:sldId id="257" r:id="rId8"/>
    <p:sldId id="266" r:id="rId9"/>
    <p:sldId id="259" r:id="rId10"/>
    <p:sldId id="260" r:id="rId11"/>
    <p:sldId id="270" r:id="rId12"/>
    <p:sldId id="271" r:id="rId13"/>
    <p:sldId id="261" r:id="rId14"/>
    <p:sldId id="263" r:id="rId15"/>
    <p:sldId id="264" r:id="rId16"/>
    <p:sldId id="268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C61D1-66D3-4DE1-B953-C6476FA6E46E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9601D-5E7F-453B-A115-A2D7ADFD5F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363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9601D-5E7F-453B-A115-A2D7ADFD5FF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58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D2473-0850-668F-083B-31D64CC95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9F7084-AD3F-D4BE-7E84-95B1DA932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A36F4-7CD7-56CF-DEF2-7BC9ABE7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E25C20-7399-D81C-1513-8C4A254E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BB2823-5114-5FBB-6F51-26EE5A5E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03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FD2F1-4E93-7EC3-6CC8-7836366C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99988-E8E2-6644-BC98-3B52D7FBF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03F97-D311-A2EA-9F40-57B27DE5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FAF6BA-1750-8988-EADD-17ED7000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AD2C5-088B-557A-A191-DA7A1469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37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F0B6D-7E44-F85D-0279-E7042F88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DBA720-3D29-69EA-460F-70FC91DD2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81114-A665-9BCC-30D3-5A4948B4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5A05B-CF0E-A593-C00D-822D08D0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2FBAF5-0D36-71B5-5CAA-35CBD69A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47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3D44C-6136-FF0B-7299-10E93EBB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D6C25-E51E-2765-2760-9564CBAB4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0424E6-CD70-6C53-D0F9-9623C0C7E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3870C5-B08C-BBBB-9126-52DF55D0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818395-7D47-609D-CEA6-04E29E90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1D4A77-0482-3C08-A0EE-7F4256A9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88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655DC-3D90-FE58-4A11-64BBB9E4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ADB521-03C7-D521-AB9A-CAE11DCA4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C988A8-E378-10F1-8927-5A59F2470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0A3562-55DD-EA18-2487-A4B9EC1BA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961340-6968-AE36-3396-37FDCABAB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FA2984-6446-4BE0-A8A9-76B44CDA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CD6AC2-4FE4-18CA-CF2F-48639E22F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6CE0E3-FDDE-48C3-D2C2-6DCFC0D2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21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3F7D2-7AE7-081F-0E56-64368FD6F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59605E-9E8A-FE76-AA67-DE2F4BA8F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979302-7F85-B238-9EBA-B217657B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DA3BDB-4174-2B8C-AD6B-520D50CC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43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0613E5-E01B-24A6-EB9C-C8F6C52C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6B3DD4-2EAB-D464-95AD-5473B43F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239F83-8A27-43F2-0DAC-D53657C9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15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D1DC7-50B7-4881-1B91-7122DF5A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80D30A-8572-C7D4-1C32-55B22E811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14DA06-1900-DBBB-7496-CD9E682CF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50CC37-FE8E-C11D-9F07-8B5C67D8F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98486F-FF23-15DD-09EA-577FCB6B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BF7E42-CF63-1CC9-4396-C7929F7A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401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5E150-CC89-82ED-D5A0-EF9C0F5A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D31984-B41D-8480-0E56-B13D74A7D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8CC38D-9FEB-70D7-552D-1C4C8F733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CE7A36-F723-50BA-CE8F-E6367D6E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5A4049-B134-90AC-750F-21329A1B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EFA89-2661-26A9-6DAE-11A1ED2B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53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D9EAC-97AE-2D9A-ADDF-A487162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D3F7DF-4826-892C-EFF9-B6F5A8593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30366C-BD54-3D92-88C8-93DC0748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6EE374-D75A-1BC6-6A13-75DD82E0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897204-E9D6-44DD-A2EC-1DA6A41F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63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95830A-B2AB-BC98-E436-3F0C08C1A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8DC286-C9E2-A0AB-3584-7B6951E5C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7DFD3A-2236-8BCB-EDD8-A5C2CA94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F5D6E-FA89-7191-95E5-0E6A8208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03105-F28C-CE6F-DFF1-A75B821B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92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90627B-7AF3-7775-1022-AC09FD66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3216F4-E569-CE0B-CADC-85802DAD6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CAFF7E-87BE-4E43-EA72-D070682C4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D65E5-7405-40DD-BA52-FA642F30707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9A636-911F-FCA1-E4EE-82039C116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A87479-7612-A409-7B4E-3C37449D4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EFD13-41B0-4195-8ABC-37B31B94E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06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z9PLmyJDvc3OczHN76NfeOhrnOA8_n2u39a__e1rgk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CE6E95-98EB-AB27-AD42-C1B8BF1E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4"/>
            <a:ext cx="12192000" cy="68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81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E1F5ECC-5D2C-9180-F297-E3B33945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09" y="1211388"/>
            <a:ext cx="9952582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2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왼쪽 대괄호 3">
            <a:extLst>
              <a:ext uri="{FF2B5EF4-FFF2-40B4-BE49-F238E27FC236}">
                <a16:creationId xmlns:a16="http://schemas.microsoft.com/office/drawing/2014/main" id="{26389FDD-0961-C846-24B6-96C13F1143C2}"/>
              </a:ext>
            </a:extLst>
          </p:cNvPr>
          <p:cNvSpPr/>
          <p:nvPr/>
        </p:nvSpPr>
        <p:spPr>
          <a:xfrm>
            <a:off x="1194816" y="1353151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74686-86E0-6469-20F4-9E5AC27B99F9}"/>
              </a:ext>
            </a:extLst>
          </p:cNvPr>
          <p:cNvSpPr txBox="1"/>
          <p:nvPr/>
        </p:nvSpPr>
        <p:spPr>
          <a:xfrm>
            <a:off x="756876" y="239897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D7022-2565-2C73-825F-9282FE7EF97F}"/>
              </a:ext>
            </a:extLst>
          </p:cNvPr>
          <p:cNvSpPr txBox="1"/>
          <p:nvPr/>
        </p:nvSpPr>
        <p:spPr>
          <a:xfrm>
            <a:off x="2108616" y="7609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D09B66-75B9-1950-127A-3D7C1ADB9711}"/>
              </a:ext>
            </a:extLst>
          </p:cNvPr>
          <p:cNvSpPr/>
          <p:nvPr/>
        </p:nvSpPr>
        <p:spPr>
          <a:xfrm>
            <a:off x="1511259" y="1349426"/>
            <a:ext cx="1559937" cy="2468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Activation 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5818DF97-778C-5E9C-546C-A0E29C3EBC2C}"/>
              </a:ext>
            </a:extLst>
          </p:cNvPr>
          <p:cNvSpPr/>
          <p:nvPr/>
        </p:nvSpPr>
        <p:spPr>
          <a:xfrm rot="5400000">
            <a:off x="2170397" y="446766"/>
            <a:ext cx="241660" cy="1559937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1A9733-E4BC-B413-2D10-2DA5508D2066}"/>
              </a:ext>
            </a:extLst>
          </p:cNvPr>
          <p:cNvSpPr/>
          <p:nvPr/>
        </p:nvSpPr>
        <p:spPr>
          <a:xfrm>
            <a:off x="4840874" y="1802973"/>
            <a:ext cx="2298187" cy="1692778"/>
          </a:xfrm>
          <a:prstGeom prst="rect">
            <a:avLst/>
          </a:prstGeom>
          <a:solidFill>
            <a:schemeClr val="accent6"/>
          </a:solidFill>
          <a:ln w="635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Weight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C5D8CAD2-3F1E-9F2C-D4B5-3294FEBF155B}"/>
              </a:ext>
            </a:extLst>
          </p:cNvPr>
          <p:cNvSpPr/>
          <p:nvPr/>
        </p:nvSpPr>
        <p:spPr>
          <a:xfrm>
            <a:off x="4513138" y="1802973"/>
            <a:ext cx="327736" cy="1692778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대괄호 10">
            <a:extLst>
              <a:ext uri="{FF2B5EF4-FFF2-40B4-BE49-F238E27FC236}">
                <a16:creationId xmlns:a16="http://schemas.microsoft.com/office/drawing/2014/main" id="{A103C498-0435-0533-861B-3DC698442210}"/>
              </a:ext>
            </a:extLst>
          </p:cNvPr>
          <p:cNvSpPr/>
          <p:nvPr/>
        </p:nvSpPr>
        <p:spPr>
          <a:xfrm rot="5400000">
            <a:off x="5826099" y="490011"/>
            <a:ext cx="327736" cy="2298187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F5AEEC-D272-2FBF-EA00-23A932756524}"/>
              </a:ext>
            </a:extLst>
          </p:cNvPr>
          <p:cNvSpPr txBox="1"/>
          <p:nvPr/>
        </p:nvSpPr>
        <p:spPr>
          <a:xfrm>
            <a:off x="4075198" y="240180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426E4A-B52E-B682-B701-A0A28CF70DDB}"/>
              </a:ext>
            </a:extLst>
          </p:cNvPr>
          <p:cNvSpPr txBox="1"/>
          <p:nvPr/>
        </p:nvSpPr>
        <p:spPr>
          <a:xfrm>
            <a:off x="5770997" y="110590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37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0D12F5-3204-8DB5-8FE2-D171C6026630}"/>
              </a:ext>
            </a:extLst>
          </p:cNvPr>
          <p:cNvSpPr/>
          <p:nvPr/>
        </p:nvSpPr>
        <p:spPr>
          <a:xfrm>
            <a:off x="8823569" y="1347564"/>
            <a:ext cx="2298187" cy="2464713"/>
          </a:xfrm>
          <a:prstGeom prst="rect">
            <a:avLst/>
          </a:prstGeom>
          <a:solidFill>
            <a:schemeClr val="accent2"/>
          </a:solidFill>
          <a:ln w="635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Product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sp>
        <p:nvSpPr>
          <p:cNvPr id="15" name="왼쪽 대괄호 14">
            <a:extLst>
              <a:ext uri="{FF2B5EF4-FFF2-40B4-BE49-F238E27FC236}">
                <a16:creationId xmlns:a16="http://schemas.microsoft.com/office/drawing/2014/main" id="{FC3B387F-33A1-A5B9-08EF-784525BEDD9F}"/>
              </a:ext>
            </a:extLst>
          </p:cNvPr>
          <p:cNvSpPr/>
          <p:nvPr/>
        </p:nvSpPr>
        <p:spPr>
          <a:xfrm>
            <a:off x="8507125" y="1354112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01F628-CF02-F069-98B2-DBF5DE8E82C1}"/>
              </a:ext>
            </a:extLst>
          </p:cNvPr>
          <p:cNvSpPr txBox="1"/>
          <p:nvPr/>
        </p:nvSpPr>
        <p:spPr>
          <a:xfrm>
            <a:off x="8069185" y="240180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7" name="왼쪽 대괄호 16">
            <a:extLst>
              <a:ext uri="{FF2B5EF4-FFF2-40B4-BE49-F238E27FC236}">
                <a16:creationId xmlns:a16="http://schemas.microsoft.com/office/drawing/2014/main" id="{DF577DB0-470B-A564-F993-99FF6ADC1B7E}"/>
              </a:ext>
            </a:extLst>
          </p:cNvPr>
          <p:cNvSpPr/>
          <p:nvPr/>
        </p:nvSpPr>
        <p:spPr>
          <a:xfrm rot="5400000">
            <a:off x="9808795" y="34601"/>
            <a:ext cx="327736" cy="2298187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65F383-5A6F-6013-C3B4-F7B60717CDDA}"/>
              </a:ext>
            </a:extLst>
          </p:cNvPr>
          <p:cNvSpPr txBox="1"/>
          <p:nvPr/>
        </p:nvSpPr>
        <p:spPr>
          <a:xfrm>
            <a:off x="9753693" y="65049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37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9DB065-8D86-9C9E-F4F6-19FD1BCF0A9F}"/>
              </a:ext>
            </a:extLst>
          </p:cNvPr>
          <p:cNvSpPr txBox="1"/>
          <p:nvPr/>
        </p:nvSpPr>
        <p:spPr>
          <a:xfrm>
            <a:off x="3509136" y="2355636"/>
            <a:ext cx="405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×</a:t>
            </a:r>
            <a:endParaRPr lang="ko-KR" alt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34738E-AFDF-7AA3-86B0-D9EB2B9DFF7F}"/>
              </a:ext>
            </a:extLst>
          </p:cNvPr>
          <p:cNvSpPr txBox="1"/>
          <p:nvPr/>
        </p:nvSpPr>
        <p:spPr>
          <a:xfrm>
            <a:off x="7505083" y="2349087"/>
            <a:ext cx="405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=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7323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CDFBA59-4A26-43F2-1513-64870D279ABC}"/>
              </a:ext>
            </a:extLst>
          </p:cNvPr>
          <p:cNvSpPr/>
          <p:nvPr/>
        </p:nvSpPr>
        <p:spPr>
          <a:xfrm>
            <a:off x="5959188" y="1291767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E31CE0-CCE1-1D7E-93FB-21ACD7D5B11B}"/>
              </a:ext>
            </a:extLst>
          </p:cNvPr>
          <p:cNvSpPr/>
          <p:nvPr/>
        </p:nvSpPr>
        <p:spPr>
          <a:xfrm>
            <a:off x="6612331" y="1291767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F8149D-7118-BE7C-9851-D52600E3C184}"/>
              </a:ext>
            </a:extLst>
          </p:cNvPr>
          <p:cNvSpPr/>
          <p:nvPr/>
        </p:nvSpPr>
        <p:spPr>
          <a:xfrm>
            <a:off x="7265474" y="1291767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4" name="왼쪽 대괄호 23">
            <a:extLst>
              <a:ext uri="{FF2B5EF4-FFF2-40B4-BE49-F238E27FC236}">
                <a16:creationId xmlns:a16="http://schemas.microsoft.com/office/drawing/2014/main" id="{A1A4D219-7355-C27E-B4EC-09AFA2B66F56}"/>
              </a:ext>
            </a:extLst>
          </p:cNvPr>
          <p:cNvSpPr/>
          <p:nvPr/>
        </p:nvSpPr>
        <p:spPr>
          <a:xfrm>
            <a:off x="1194816" y="1353151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왼쪽 대괄호 24">
            <a:extLst>
              <a:ext uri="{FF2B5EF4-FFF2-40B4-BE49-F238E27FC236}">
                <a16:creationId xmlns:a16="http://schemas.microsoft.com/office/drawing/2014/main" id="{98D03A23-0CB4-7564-8830-866BA41FF3C3}"/>
              </a:ext>
            </a:extLst>
          </p:cNvPr>
          <p:cNvSpPr/>
          <p:nvPr/>
        </p:nvSpPr>
        <p:spPr>
          <a:xfrm rot="5400000">
            <a:off x="6164930" y="844365"/>
            <a:ext cx="241659" cy="653143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DC6F5B-50C1-A478-D3FA-E00CDFC6ACD1}"/>
              </a:ext>
            </a:extLst>
          </p:cNvPr>
          <p:cNvSpPr txBox="1"/>
          <p:nvPr/>
        </p:nvSpPr>
        <p:spPr>
          <a:xfrm>
            <a:off x="756876" y="239897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F6693D-1A6B-93B8-2351-30518254F94F}"/>
              </a:ext>
            </a:extLst>
          </p:cNvPr>
          <p:cNvSpPr txBox="1"/>
          <p:nvPr/>
        </p:nvSpPr>
        <p:spPr>
          <a:xfrm>
            <a:off x="2108616" y="7609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1BC0EFC-0979-7F90-AD11-60EA99072DF8}"/>
              </a:ext>
            </a:extLst>
          </p:cNvPr>
          <p:cNvCxnSpPr>
            <a:cxnSpLocks/>
          </p:cNvCxnSpPr>
          <p:nvPr/>
        </p:nvCxnSpPr>
        <p:spPr>
          <a:xfrm flipV="1">
            <a:off x="1428340" y="4983001"/>
            <a:ext cx="0" cy="11303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755D1C8-9424-DEB4-965C-E26C22F5CD2C}"/>
              </a:ext>
            </a:extLst>
          </p:cNvPr>
          <p:cNvCxnSpPr>
            <a:cxnSpLocks/>
          </p:cNvCxnSpPr>
          <p:nvPr/>
        </p:nvCxnSpPr>
        <p:spPr>
          <a:xfrm>
            <a:off x="1269014" y="5900535"/>
            <a:ext cx="79969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3DC796-7331-0EC3-F580-81D95825F411}"/>
              </a:ext>
            </a:extLst>
          </p:cNvPr>
          <p:cNvSpPr txBox="1"/>
          <p:nvPr/>
        </p:nvSpPr>
        <p:spPr>
          <a:xfrm>
            <a:off x="9227487" y="5730059"/>
            <a:ext cx="8760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Address</a:t>
            </a:r>
            <a:endParaRPr lang="ko-KR" altLang="en-US" sz="15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2EEE37-5434-2B0E-5A03-45C45458261B}"/>
              </a:ext>
            </a:extLst>
          </p:cNvPr>
          <p:cNvSpPr txBox="1"/>
          <p:nvPr/>
        </p:nvSpPr>
        <p:spPr>
          <a:xfrm>
            <a:off x="1125756" y="4659836"/>
            <a:ext cx="7895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bank #</a:t>
            </a:r>
            <a:endParaRPr lang="ko-KR" altLang="en-US" sz="1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1568CE-DBD2-05FA-88CB-6C2E0B3AD661}"/>
              </a:ext>
            </a:extLst>
          </p:cNvPr>
          <p:cNvSpPr/>
          <p:nvPr/>
        </p:nvSpPr>
        <p:spPr>
          <a:xfrm>
            <a:off x="1511259" y="1349426"/>
            <a:ext cx="1559937" cy="2468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Activation 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sp>
        <p:nvSpPr>
          <p:cNvPr id="3" name="왼쪽 대괄호 2">
            <a:extLst>
              <a:ext uri="{FF2B5EF4-FFF2-40B4-BE49-F238E27FC236}">
                <a16:creationId xmlns:a16="http://schemas.microsoft.com/office/drawing/2014/main" id="{41AF27C8-94C4-29BF-43A2-06E0E5D2EAB7}"/>
              </a:ext>
            </a:extLst>
          </p:cNvPr>
          <p:cNvSpPr/>
          <p:nvPr/>
        </p:nvSpPr>
        <p:spPr>
          <a:xfrm rot="5400000">
            <a:off x="2170397" y="446766"/>
            <a:ext cx="241660" cy="1559937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왼쪽 대괄호 15">
            <a:extLst>
              <a:ext uri="{FF2B5EF4-FFF2-40B4-BE49-F238E27FC236}">
                <a16:creationId xmlns:a16="http://schemas.microsoft.com/office/drawing/2014/main" id="{5F3270DD-6256-8275-8A1C-2698F1953CCF}"/>
              </a:ext>
            </a:extLst>
          </p:cNvPr>
          <p:cNvSpPr/>
          <p:nvPr/>
        </p:nvSpPr>
        <p:spPr>
          <a:xfrm>
            <a:off x="5637431" y="1291766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00A587-FC18-B4B1-0B89-C375FE57F592}"/>
              </a:ext>
            </a:extLst>
          </p:cNvPr>
          <p:cNvSpPr txBox="1"/>
          <p:nvPr/>
        </p:nvSpPr>
        <p:spPr>
          <a:xfrm>
            <a:off x="5199491" y="233759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F2FD8-92B1-78B2-ADB7-B9C753453660}"/>
              </a:ext>
            </a:extLst>
          </p:cNvPr>
          <p:cNvSpPr txBox="1"/>
          <p:nvPr/>
        </p:nvSpPr>
        <p:spPr>
          <a:xfrm>
            <a:off x="6064356" y="68105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2A0B02-4D3C-F73A-186F-39DF5FCE188D}"/>
              </a:ext>
            </a:extLst>
          </p:cNvPr>
          <p:cNvSpPr/>
          <p:nvPr/>
        </p:nvSpPr>
        <p:spPr>
          <a:xfrm>
            <a:off x="5942762" y="1292928"/>
            <a:ext cx="1559937" cy="246843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D8A3E7-F3F2-F2A3-A14F-36AD78985C45}"/>
              </a:ext>
            </a:extLst>
          </p:cNvPr>
          <p:cNvSpPr/>
          <p:nvPr/>
        </p:nvSpPr>
        <p:spPr>
          <a:xfrm rot="16200000">
            <a:off x="2336569" y="4330270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B9A83-38A5-C1A6-730E-4866182D4FE0}"/>
              </a:ext>
            </a:extLst>
          </p:cNvPr>
          <p:cNvSpPr/>
          <p:nvPr/>
        </p:nvSpPr>
        <p:spPr>
          <a:xfrm rot="16200000">
            <a:off x="4806170" y="4330271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0E3C74-EC65-DF2A-27A2-2D5F8F7DADF2}"/>
              </a:ext>
            </a:extLst>
          </p:cNvPr>
          <p:cNvSpPr/>
          <p:nvPr/>
        </p:nvSpPr>
        <p:spPr>
          <a:xfrm rot="16200000">
            <a:off x="7283889" y="4339163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412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3516D05-7E1E-AF19-46A9-EA1F93BE7991}"/>
              </a:ext>
            </a:extLst>
          </p:cNvPr>
          <p:cNvSpPr txBox="1"/>
          <p:nvPr/>
        </p:nvSpPr>
        <p:spPr>
          <a:xfrm>
            <a:off x="753459" y="4485629"/>
            <a:ext cx="1576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Weight Tiling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7AC014-4029-5789-423F-9FC3E57E2EAE}"/>
              </a:ext>
            </a:extLst>
          </p:cNvPr>
          <p:cNvSpPr/>
          <p:nvPr/>
        </p:nvSpPr>
        <p:spPr>
          <a:xfrm>
            <a:off x="3111372" y="3885062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1997515-1BF7-865D-244D-A9A3C2D72334}"/>
              </a:ext>
            </a:extLst>
          </p:cNvPr>
          <p:cNvSpPr/>
          <p:nvPr/>
        </p:nvSpPr>
        <p:spPr>
          <a:xfrm>
            <a:off x="4025773" y="3885062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7F4E0E-5A31-584F-A579-581C04C44C9E}"/>
              </a:ext>
            </a:extLst>
          </p:cNvPr>
          <p:cNvSpPr/>
          <p:nvPr/>
        </p:nvSpPr>
        <p:spPr>
          <a:xfrm>
            <a:off x="4940175" y="3885062"/>
            <a:ext cx="434980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FAD2E3-6D97-6841-A1CE-CD0BBBC56DC6}"/>
              </a:ext>
            </a:extLst>
          </p:cNvPr>
          <p:cNvSpPr/>
          <p:nvPr/>
        </p:nvSpPr>
        <p:spPr>
          <a:xfrm>
            <a:off x="3111372" y="4543316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7C249E1-2FFA-069E-E3D8-E6F55D419CED}"/>
              </a:ext>
            </a:extLst>
          </p:cNvPr>
          <p:cNvSpPr/>
          <p:nvPr/>
        </p:nvSpPr>
        <p:spPr>
          <a:xfrm>
            <a:off x="4025773" y="4543316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22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7F3FC0C-F0D6-0D7E-BD7B-F06C7606706B}"/>
              </a:ext>
            </a:extLst>
          </p:cNvPr>
          <p:cNvSpPr/>
          <p:nvPr/>
        </p:nvSpPr>
        <p:spPr>
          <a:xfrm>
            <a:off x="4940175" y="4543316"/>
            <a:ext cx="434980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23</a:t>
            </a:r>
            <a:endParaRPr lang="ko-KR" altLang="en-US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D33624A-A038-1238-3679-715C283888BD}"/>
              </a:ext>
            </a:extLst>
          </p:cNvPr>
          <p:cNvCxnSpPr>
            <a:cxnSpLocks/>
          </p:cNvCxnSpPr>
          <p:nvPr/>
        </p:nvCxnSpPr>
        <p:spPr>
          <a:xfrm>
            <a:off x="7594108" y="467990"/>
            <a:ext cx="15775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40D3364-488B-3C44-1A5C-0FC5C3418440}"/>
              </a:ext>
            </a:extLst>
          </p:cNvPr>
          <p:cNvSpPr txBox="1"/>
          <p:nvPr/>
        </p:nvSpPr>
        <p:spPr>
          <a:xfrm rot="5400000">
            <a:off x="8938480" y="316568"/>
            <a:ext cx="7895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bank #</a:t>
            </a:r>
            <a:endParaRPr lang="ko-KR" altLang="en-US" sz="15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D4F40BF-E551-C5EF-3549-2910D06BDB93}"/>
              </a:ext>
            </a:extLst>
          </p:cNvPr>
          <p:cNvCxnSpPr>
            <a:cxnSpLocks/>
          </p:cNvCxnSpPr>
          <p:nvPr/>
        </p:nvCxnSpPr>
        <p:spPr>
          <a:xfrm>
            <a:off x="7789167" y="323046"/>
            <a:ext cx="0" cy="56307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B986885-82E4-B802-38D5-79476826E180}"/>
              </a:ext>
            </a:extLst>
          </p:cNvPr>
          <p:cNvSpPr txBox="1"/>
          <p:nvPr/>
        </p:nvSpPr>
        <p:spPr>
          <a:xfrm rot="5400000">
            <a:off x="7358881" y="6204246"/>
            <a:ext cx="8760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Address</a:t>
            </a:r>
            <a:endParaRPr lang="ko-KR" altLang="en-US" sz="1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FB6203-2E2E-7492-6758-E7B6B17D21F9}"/>
              </a:ext>
            </a:extLst>
          </p:cNvPr>
          <p:cNvSpPr/>
          <p:nvPr/>
        </p:nvSpPr>
        <p:spPr>
          <a:xfrm>
            <a:off x="3109765" y="5202556"/>
            <a:ext cx="914401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31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B788AF-E72F-2830-5236-700E8ADC49FA}"/>
              </a:ext>
            </a:extLst>
          </p:cNvPr>
          <p:cNvSpPr/>
          <p:nvPr/>
        </p:nvSpPr>
        <p:spPr>
          <a:xfrm>
            <a:off x="4024166" y="5202556"/>
            <a:ext cx="914401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32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96165B-220F-5B33-1680-2E1E054CD81A}"/>
              </a:ext>
            </a:extLst>
          </p:cNvPr>
          <p:cNvSpPr/>
          <p:nvPr/>
        </p:nvSpPr>
        <p:spPr>
          <a:xfrm>
            <a:off x="4938568" y="5202556"/>
            <a:ext cx="434980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33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6E20EA-D49C-38E4-084B-A3774371C589}"/>
              </a:ext>
            </a:extLst>
          </p:cNvPr>
          <p:cNvSpPr/>
          <p:nvPr/>
        </p:nvSpPr>
        <p:spPr>
          <a:xfrm>
            <a:off x="1180888" y="812523"/>
            <a:ext cx="2298187" cy="1692778"/>
          </a:xfrm>
          <a:prstGeom prst="rect">
            <a:avLst/>
          </a:prstGeom>
          <a:solidFill>
            <a:schemeClr val="accent6"/>
          </a:solidFill>
          <a:ln w="635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Weight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0CC76E2F-812E-4D0C-E82B-8F30DE25517F}"/>
              </a:ext>
            </a:extLst>
          </p:cNvPr>
          <p:cNvSpPr/>
          <p:nvPr/>
        </p:nvSpPr>
        <p:spPr>
          <a:xfrm>
            <a:off x="853152" y="812523"/>
            <a:ext cx="327736" cy="1692778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대괄호 6">
            <a:extLst>
              <a:ext uri="{FF2B5EF4-FFF2-40B4-BE49-F238E27FC236}">
                <a16:creationId xmlns:a16="http://schemas.microsoft.com/office/drawing/2014/main" id="{F02B1774-B994-268B-86F7-26CD49D5D802}"/>
              </a:ext>
            </a:extLst>
          </p:cNvPr>
          <p:cNvSpPr/>
          <p:nvPr/>
        </p:nvSpPr>
        <p:spPr>
          <a:xfrm rot="5400000">
            <a:off x="2166113" y="-500439"/>
            <a:ext cx="327736" cy="2298187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D2A9A-D5F5-00B4-6996-6C0B76432C67}"/>
              </a:ext>
            </a:extLst>
          </p:cNvPr>
          <p:cNvSpPr txBox="1"/>
          <p:nvPr/>
        </p:nvSpPr>
        <p:spPr>
          <a:xfrm>
            <a:off x="415212" y="141135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160CA-D413-C16F-42E3-F60274F7F4BD}"/>
              </a:ext>
            </a:extLst>
          </p:cNvPr>
          <p:cNvSpPr txBox="1"/>
          <p:nvPr/>
        </p:nvSpPr>
        <p:spPr>
          <a:xfrm>
            <a:off x="2111011" y="11545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37</a:t>
            </a:r>
            <a:endParaRPr lang="ko-KR" altLang="en-US" dirty="0"/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9B79BB9A-AAD9-3C42-67C4-C0AB56830266}"/>
              </a:ext>
            </a:extLst>
          </p:cNvPr>
          <p:cNvSpPr/>
          <p:nvPr/>
        </p:nvSpPr>
        <p:spPr>
          <a:xfrm>
            <a:off x="2865119" y="3885062"/>
            <a:ext cx="238999" cy="65314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F38F9-DD7C-D671-9D74-67F4BA8EECF2}"/>
              </a:ext>
            </a:extLst>
          </p:cNvPr>
          <p:cNvSpPr txBox="1"/>
          <p:nvPr/>
        </p:nvSpPr>
        <p:spPr>
          <a:xfrm>
            <a:off x="2553814" y="40269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2" name="왼쪽 대괄호 11">
            <a:extLst>
              <a:ext uri="{FF2B5EF4-FFF2-40B4-BE49-F238E27FC236}">
                <a16:creationId xmlns:a16="http://schemas.microsoft.com/office/drawing/2014/main" id="{9B79BB9A-AAD9-3C42-67C4-C0AB56830266}"/>
              </a:ext>
            </a:extLst>
          </p:cNvPr>
          <p:cNvSpPr/>
          <p:nvPr/>
        </p:nvSpPr>
        <p:spPr>
          <a:xfrm>
            <a:off x="2857865" y="4543316"/>
            <a:ext cx="238999" cy="65314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F38F9-DD7C-D671-9D74-67F4BA8EECF2}"/>
              </a:ext>
            </a:extLst>
          </p:cNvPr>
          <p:cNvSpPr txBox="1"/>
          <p:nvPr/>
        </p:nvSpPr>
        <p:spPr>
          <a:xfrm>
            <a:off x="2546560" y="46852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4" name="왼쪽 대괄호 13">
            <a:extLst>
              <a:ext uri="{FF2B5EF4-FFF2-40B4-BE49-F238E27FC236}">
                <a16:creationId xmlns:a16="http://schemas.microsoft.com/office/drawing/2014/main" id="{DDB4D60D-5A79-EC77-567F-E9AF611ABA25}"/>
              </a:ext>
            </a:extLst>
          </p:cNvPr>
          <p:cNvSpPr/>
          <p:nvPr/>
        </p:nvSpPr>
        <p:spPr>
          <a:xfrm>
            <a:off x="2857866" y="5196460"/>
            <a:ext cx="238998" cy="381380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4C095F-2B86-CDA9-DA28-E5DF5C310A8A}"/>
              </a:ext>
            </a:extLst>
          </p:cNvPr>
          <p:cNvSpPr txBox="1"/>
          <p:nvPr/>
        </p:nvSpPr>
        <p:spPr>
          <a:xfrm>
            <a:off x="2532700" y="520916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왼쪽 대괄호 15">
            <a:extLst>
              <a:ext uri="{FF2B5EF4-FFF2-40B4-BE49-F238E27FC236}">
                <a16:creationId xmlns:a16="http://schemas.microsoft.com/office/drawing/2014/main" id="{5A50A634-40DD-A7CC-90EC-0F75A09E9643}"/>
              </a:ext>
            </a:extLst>
          </p:cNvPr>
          <p:cNvSpPr/>
          <p:nvPr/>
        </p:nvSpPr>
        <p:spPr>
          <a:xfrm rot="5400000">
            <a:off x="3434121" y="3291970"/>
            <a:ext cx="267298" cy="912792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0A646C-C05C-253C-BFA4-6CCA1E86E600}"/>
              </a:ext>
            </a:extLst>
          </p:cNvPr>
          <p:cNvSpPr txBox="1"/>
          <p:nvPr/>
        </p:nvSpPr>
        <p:spPr>
          <a:xfrm>
            <a:off x="3326616" y="32598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8" name="왼쪽 대괄호 17">
            <a:extLst>
              <a:ext uri="{FF2B5EF4-FFF2-40B4-BE49-F238E27FC236}">
                <a16:creationId xmlns:a16="http://schemas.microsoft.com/office/drawing/2014/main" id="{59432580-5A6C-9A9A-CEFA-FB5A77B05D86}"/>
              </a:ext>
            </a:extLst>
          </p:cNvPr>
          <p:cNvSpPr/>
          <p:nvPr/>
        </p:nvSpPr>
        <p:spPr>
          <a:xfrm rot="5400000">
            <a:off x="4348522" y="3288921"/>
            <a:ext cx="267298" cy="912792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AB3A5-DEBF-CBD8-0F2D-B9375A70691A}"/>
              </a:ext>
            </a:extLst>
          </p:cNvPr>
          <p:cNvSpPr txBox="1"/>
          <p:nvPr/>
        </p:nvSpPr>
        <p:spPr>
          <a:xfrm>
            <a:off x="4241017" y="325681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22" name="왼쪽 대괄호 21">
            <a:extLst>
              <a:ext uri="{FF2B5EF4-FFF2-40B4-BE49-F238E27FC236}">
                <a16:creationId xmlns:a16="http://schemas.microsoft.com/office/drawing/2014/main" id="{FBC82695-5CB9-0235-C224-81B38EB6BAD9}"/>
              </a:ext>
            </a:extLst>
          </p:cNvPr>
          <p:cNvSpPr/>
          <p:nvPr/>
        </p:nvSpPr>
        <p:spPr>
          <a:xfrm rot="5400000">
            <a:off x="5022409" y="3527826"/>
            <a:ext cx="267298" cy="434981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AEA863-D7FF-4D57-289B-96568081951C}"/>
              </a:ext>
            </a:extLst>
          </p:cNvPr>
          <p:cNvSpPr txBox="1"/>
          <p:nvPr/>
        </p:nvSpPr>
        <p:spPr>
          <a:xfrm>
            <a:off x="5000406" y="32463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11AC2F-213C-0378-EC6A-5897C464A6A0}"/>
              </a:ext>
            </a:extLst>
          </p:cNvPr>
          <p:cNvSpPr/>
          <p:nvPr/>
        </p:nvSpPr>
        <p:spPr>
          <a:xfrm>
            <a:off x="7791580" y="478150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C99469A-B6CD-EA18-8043-1BA71AAD782C}"/>
              </a:ext>
            </a:extLst>
          </p:cNvPr>
          <p:cNvSpPr/>
          <p:nvPr/>
        </p:nvSpPr>
        <p:spPr>
          <a:xfrm>
            <a:off x="7791580" y="1136404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DFFCD4E-BFF7-E730-9C6A-24E4B88E1447}"/>
              </a:ext>
            </a:extLst>
          </p:cNvPr>
          <p:cNvSpPr/>
          <p:nvPr/>
        </p:nvSpPr>
        <p:spPr>
          <a:xfrm>
            <a:off x="7789973" y="1795644"/>
            <a:ext cx="914401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31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FF3081B-F2BD-6E6C-EC86-EFCFCFC53407}"/>
              </a:ext>
            </a:extLst>
          </p:cNvPr>
          <p:cNvSpPr/>
          <p:nvPr/>
        </p:nvSpPr>
        <p:spPr>
          <a:xfrm>
            <a:off x="7792430" y="2178729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29ECBB-37C6-08C2-377F-8779ED7F85FF}"/>
              </a:ext>
            </a:extLst>
          </p:cNvPr>
          <p:cNvSpPr/>
          <p:nvPr/>
        </p:nvSpPr>
        <p:spPr>
          <a:xfrm>
            <a:off x="7792430" y="2836983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22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1A3320F-7BF1-B5A3-68D4-2E62AA994253}"/>
              </a:ext>
            </a:extLst>
          </p:cNvPr>
          <p:cNvSpPr/>
          <p:nvPr/>
        </p:nvSpPr>
        <p:spPr>
          <a:xfrm>
            <a:off x="7790823" y="3496223"/>
            <a:ext cx="914401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32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CA325B9-17D3-66FD-7E4B-441819C0E6A7}"/>
              </a:ext>
            </a:extLst>
          </p:cNvPr>
          <p:cNvSpPr/>
          <p:nvPr/>
        </p:nvSpPr>
        <p:spPr>
          <a:xfrm>
            <a:off x="7796919" y="3871138"/>
            <a:ext cx="434980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79214AB-4C6F-D894-1422-F72AF89F9CBE}"/>
              </a:ext>
            </a:extLst>
          </p:cNvPr>
          <p:cNvSpPr/>
          <p:nvPr/>
        </p:nvSpPr>
        <p:spPr>
          <a:xfrm>
            <a:off x="7796919" y="4529392"/>
            <a:ext cx="434980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23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0B0ED0E-4023-2B86-6FD5-FD07D79522B8}"/>
              </a:ext>
            </a:extLst>
          </p:cNvPr>
          <p:cNvSpPr/>
          <p:nvPr/>
        </p:nvSpPr>
        <p:spPr>
          <a:xfrm>
            <a:off x="7795312" y="5188632"/>
            <a:ext cx="434980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612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6F45BE8-CE79-6CD6-D82D-69ACF78C66CC}"/>
              </a:ext>
            </a:extLst>
          </p:cNvPr>
          <p:cNvSpPr/>
          <p:nvPr/>
        </p:nvSpPr>
        <p:spPr>
          <a:xfrm rot="16200000">
            <a:off x="3243485" y="2343927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AE747F-1071-01A4-EF97-3B577B6C99D5}"/>
              </a:ext>
            </a:extLst>
          </p:cNvPr>
          <p:cNvSpPr/>
          <p:nvPr/>
        </p:nvSpPr>
        <p:spPr>
          <a:xfrm rot="16200000">
            <a:off x="5708198" y="2343927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7B4D95-DE45-5BF0-D9C1-0B23CD142963}"/>
              </a:ext>
            </a:extLst>
          </p:cNvPr>
          <p:cNvSpPr/>
          <p:nvPr/>
        </p:nvSpPr>
        <p:spPr>
          <a:xfrm rot="16200000">
            <a:off x="8396113" y="2567127"/>
            <a:ext cx="468000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91F6FCC-1610-B6F8-61B6-525B19F5B9E0}"/>
              </a:ext>
            </a:extLst>
          </p:cNvPr>
          <p:cNvCxnSpPr>
            <a:cxnSpLocks/>
          </p:cNvCxnSpPr>
          <p:nvPr/>
        </p:nvCxnSpPr>
        <p:spPr>
          <a:xfrm flipV="1">
            <a:off x="2468536" y="2727960"/>
            <a:ext cx="0" cy="15183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B54C4D4-108F-6A32-C430-DFC8F740AAC2}"/>
              </a:ext>
            </a:extLst>
          </p:cNvPr>
          <p:cNvCxnSpPr>
            <a:cxnSpLocks/>
          </p:cNvCxnSpPr>
          <p:nvPr/>
        </p:nvCxnSpPr>
        <p:spPr>
          <a:xfrm>
            <a:off x="2329530" y="4033484"/>
            <a:ext cx="79969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6CD676D-76EA-C32D-15AF-509D4C365E3C}"/>
              </a:ext>
            </a:extLst>
          </p:cNvPr>
          <p:cNvSpPr txBox="1"/>
          <p:nvPr/>
        </p:nvSpPr>
        <p:spPr>
          <a:xfrm>
            <a:off x="10288003" y="3863008"/>
            <a:ext cx="8760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Address</a:t>
            </a:r>
            <a:endParaRPr lang="ko-KR" alt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36DF7-A610-68B3-450D-4680FC931912}"/>
              </a:ext>
            </a:extLst>
          </p:cNvPr>
          <p:cNvSpPr txBox="1"/>
          <p:nvPr/>
        </p:nvSpPr>
        <p:spPr>
          <a:xfrm>
            <a:off x="2165952" y="2438774"/>
            <a:ext cx="7895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bank #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76494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77E611D1-7BEF-03DC-1BB0-6A8597BCB548}"/>
              </a:ext>
            </a:extLst>
          </p:cNvPr>
          <p:cNvSpPr/>
          <p:nvPr/>
        </p:nvSpPr>
        <p:spPr>
          <a:xfrm>
            <a:off x="4946014" y="2592221"/>
            <a:ext cx="914401" cy="653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33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FC0DE74-296E-2B2A-1BF1-8047BC04D85E}"/>
              </a:ext>
            </a:extLst>
          </p:cNvPr>
          <p:cNvSpPr/>
          <p:nvPr/>
        </p:nvSpPr>
        <p:spPr>
          <a:xfrm>
            <a:off x="4956045" y="5838227"/>
            <a:ext cx="914401" cy="653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33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773BF6-863B-FF59-4049-EE86F6C71874}"/>
              </a:ext>
            </a:extLst>
          </p:cNvPr>
          <p:cNvSpPr/>
          <p:nvPr/>
        </p:nvSpPr>
        <p:spPr>
          <a:xfrm>
            <a:off x="4956046" y="665336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F85F3A2-941E-347C-2552-62CE82CC68C2}"/>
              </a:ext>
            </a:extLst>
          </p:cNvPr>
          <p:cNvCxnSpPr/>
          <p:nvPr/>
        </p:nvCxnSpPr>
        <p:spPr>
          <a:xfrm>
            <a:off x="3630469" y="980266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8C2CD7-9458-77E4-73E6-DC18A6686A90}"/>
              </a:ext>
            </a:extLst>
          </p:cNvPr>
          <p:cNvSpPr/>
          <p:nvPr/>
        </p:nvSpPr>
        <p:spPr>
          <a:xfrm rot="5400000">
            <a:off x="1779842" y="-254535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2AFBAD-A855-7804-0040-6D4D7FE8DC28}"/>
              </a:ext>
            </a:extLst>
          </p:cNvPr>
          <p:cNvSpPr/>
          <p:nvPr/>
        </p:nvSpPr>
        <p:spPr>
          <a:xfrm>
            <a:off x="4956046" y="1634600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12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76B770B-A159-7608-01AF-7053A635EBD1}"/>
              </a:ext>
            </a:extLst>
          </p:cNvPr>
          <p:cNvCxnSpPr/>
          <p:nvPr/>
        </p:nvCxnSpPr>
        <p:spPr>
          <a:xfrm>
            <a:off x="3630469" y="1949530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81DA9F-7F49-DE23-EE49-0B4528495C3B}"/>
              </a:ext>
            </a:extLst>
          </p:cNvPr>
          <p:cNvSpPr/>
          <p:nvPr/>
        </p:nvSpPr>
        <p:spPr>
          <a:xfrm rot="5400000">
            <a:off x="1779842" y="714729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FA6368B-ED57-1F08-2083-F9947B5AC2BB}"/>
              </a:ext>
            </a:extLst>
          </p:cNvPr>
          <p:cNvCxnSpPr/>
          <p:nvPr/>
        </p:nvCxnSpPr>
        <p:spPr>
          <a:xfrm>
            <a:off x="3630469" y="2918794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C7E987-1E4A-63B9-43A6-DDFBD8F49BFF}"/>
              </a:ext>
            </a:extLst>
          </p:cNvPr>
          <p:cNvSpPr/>
          <p:nvPr/>
        </p:nvSpPr>
        <p:spPr>
          <a:xfrm rot="5400000">
            <a:off x="1779842" y="1683993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CE2B39-0BB3-7A86-B419-DD5749962C74}"/>
              </a:ext>
            </a:extLst>
          </p:cNvPr>
          <p:cNvSpPr/>
          <p:nvPr/>
        </p:nvSpPr>
        <p:spPr>
          <a:xfrm>
            <a:off x="4956045" y="3911342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21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A54CEB1-95E0-056F-3855-44C613AE27FE}"/>
              </a:ext>
            </a:extLst>
          </p:cNvPr>
          <p:cNvCxnSpPr/>
          <p:nvPr/>
        </p:nvCxnSpPr>
        <p:spPr>
          <a:xfrm>
            <a:off x="3630468" y="4226272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58A9B5-EC0E-C14C-13D6-24A63C8A651B}"/>
              </a:ext>
            </a:extLst>
          </p:cNvPr>
          <p:cNvSpPr/>
          <p:nvPr/>
        </p:nvSpPr>
        <p:spPr>
          <a:xfrm rot="5400000">
            <a:off x="1779841" y="2991471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DDA2122-8065-5451-78CB-272DC3F09C77}"/>
              </a:ext>
            </a:extLst>
          </p:cNvPr>
          <p:cNvSpPr/>
          <p:nvPr/>
        </p:nvSpPr>
        <p:spPr>
          <a:xfrm>
            <a:off x="4956045" y="4880606"/>
            <a:ext cx="914401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22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3693E5EF-78EE-D36C-52D9-928BF9F6C8EB}"/>
              </a:ext>
            </a:extLst>
          </p:cNvPr>
          <p:cNvCxnSpPr/>
          <p:nvPr/>
        </p:nvCxnSpPr>
        <p:spPr>
          <a:xfrm>
            <a:off x="3630468" y="5195536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80A8AE9-A029-9FEF-1963-3DE23F99F219}"/>
              </a:ext>
            </a:extLst>
          </p:cNvPr>
          <p:cNvSpPr/>
          <p:nvPr/>
        </p:nvSpPr>
        <p:spPr>
          <a:xfrm rot="5400000">
            <a:off x="1779841" y="3960735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1607D06-A20B-709A-3538-3C2FB0B70272}"/>
              </a:ext>
            </a:extLst>
          </p:cNvPr>
          <p:cNvCxnSpPr/>
          <p:nvPr/>
        </p:nvCxnSpPr>
        <p:spPr>
          <a:xfrm>
            <a:off x="3630468" y="6164800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FDB9C42-22AD-A6A0-8BC7-EDB5ECE632E8}"/>
              </a:ext>
            </a:extLst>
          </p:cNvPr>
          <p:cNvSpPr/>
          <p:nvPr/>
        </p:nvSpPr>
        <p:spPr>
          <a:xfrm rot="5400000">
            <a:off x="1779841" y="4929999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3C3373-917D-D4C3-1598-B4CBCD978E1A}"/>
              </a:ext>
            </a:extLst>
          </p:cNvPr>
          <p:cNvSpPr/>
          <p:nvPr/>
        </p:nvSpPr>
        <p:spPr>
          <a:xfrm>
            <a:off x="10943987" y="676979"/>
            <a:ext cx="914401" cy="653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31</a:t>
            </a:r>
            <a:endParaRPr lang="ko-KR" altLang="en-US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B44D574-0DEB-F016-0208-333ABE0F4E14}"/>
              </a:ext>
            </a:extLst>
          </p:cNvPr>
          <p:cNvCxnSpPr/>
          <p:nvPr/>
        </p:nvCxnSpPr>
        <p:spPr>
          <a:xfrm>
            <a:off x="9618410" y="991909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A2799FC-130D-2914-D802-B119998EBED4}"/>
              </a:ext>
            </a:extLst>
          </p:cNvPr>
          <p:cNvSpPr/>
          <p:nvPr/>
        </p:nvSpPr>
        <p:spPr>
          <a:xfrm rot="5400000">
            <a:off x="7767783" y="-242892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229BCEF-16C1-D71D-694B-93FE99973D47}"/>
              </a:ext>
            </a:extLst>
          </p:cNvPr>
          <p:cNvSpPr/>
          <p:nvPr/>
        </p:nvSpPr>
        <p:spPr>
          <a:xfrm>
            <a:off x="10943987" y="1646243"/>
            <a:ext cx="914401" cy="653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32</a:t>
            </a:r>
            <a:endParaRPr lang="ko-KR" altLang="en-US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837DDAF-95A3-D7C4-8EAE-97A8851F7399}"/>
              </a:ext>
            </a:extLst>
          </p:cNvPr>
          <p:cNvCxnSpPr/>
          <p:nvPr/>
        </p:nvCxnSpPr>
        <p:spPr>
          <a:xfrm>
            <a:off x="9618410" y="1961173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FC6920E-BE3D-7D69-68E0-9DD2888E98CC}"/>
              </a:ext>
            </a:extLst>
          </p:cNvPr>
          <p:cNvSpPr/>
          <p:nvPr/>
        </p:nvSpPr>
        <p:spPr>
          <a:xfrm rot="5400000">
            <a:off x="7767783" y="726372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1F53FA9-7788-51FD-4110-B8A749462D15}"/>
              </a:ext>
            </a:extLst>
          </p:cNvPr>
          <p:cNvSpPr/>
          <p:nvPr/>
        </p:nvSpPr>
        <p:spPr>
          <a:xfrm>
            <a:off x="10943987" y="2615507"/>
            <a:ext cx="914401" cy="653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33</a:t>
            </a:r>
            <a:endParaRPr lang="ko-KR" altLang="en-US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99A92A3B-B533-1F09-F068-A9AA9079D1C8}"/>
              </a:ext>
            </a:extLst>
          </p:cNvPr>
          <p:cNvCxnSpPr/>
          <p:nvPr/>
        </p:nvCxnSpPr>
        <p:spPr>
          <a:xfrm>
            <a:off x="9618410" y="2930437"/>
            <a:ext cx="1103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D7B713B-3BAE-2365-9775-73BE6A7D4746}"/>
              </a:ext>
            </a:extLst>
          </p:cNvPr>
          <p:cNvSpPr/>
          <p:nvPr/>
        </p:nvSpPr>
        <p:spPr>
          <a:xfrm rot="5400000">
            <a:off x="7767783" y="1695636"/>
            <a:ext cx="653143" cy="246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9450C36-F5B8-51E4-4563-9820AE765431}"/>
              </a:ext>
            </a:extLst>
          </p:cNvPr>
          <p:cNvSpPr/>
          <p:nvPr/>
        </p:nvSpPr>
        <p:spPr>
          <a:xfrm>
            <a:off x="4956045" y="2592221"/>
            <a:ext cx="434980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2E730EC-05C5-A8DB-4267-B8E813FFB1A7}"/>
              </a:ext>
            </a:extLst>
          </p:cNvPr>
          <p:cNvSpPr/>
          <p:nvPr/>
        </p:nvSpPr>
        <p:spPr>
          <a:xfrm>
            <a:off x="4946014" y="5838227"/>
            <a:ext cx="434980" cy="6531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23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A9DB0FF-59D0-9E97-CDDB-DD8A8FFBAB97}"/>
              </a:ext>
            </a:extLst>
          </p:cNvPr>
          <p:cNvSpPr/>
          <p:nvPr/>
        </p:nvSpPr>
        <p:spPr>
          <a:xfrm>
            <a:off x="10943987" y="676979"/>
            <a:ext cx="914401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31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E39B7F9-2B3D-CD06-689F-96958A1A6DD6}"/>
              </a:ext>
            </a:extLst>
          </p:cNvPr>
          <p:cNvSpPr/>
          <p:nvPr/>
        </p:nvSpPr>
        <p:spPr>
          <a:xfrm>
            <a:off x="10943986" y="1646243"/>
            <a:ext cx="914401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32</a:t>
            </a:r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5ABA21A-5E4B-9ADC-44F3-4699D478BE7C}"/>
              </a:ext>
            </a:extLst>
          </p:cNvPr>
          <p:cNvSpPr/>
          <p:nvPr/>
        </p:nvSpPr>
        <p:spPr>
          <a:xfrm>
            <a:off x="10943986" y="2620184"/>
            <a:ext cx="434980" cy="3752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33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3346847-FAE9-9E53-2436-94C079269CF2}"/>
              </a:ext>
            </a:extLst>
          </p:cNvPr>
          <p:cNvSpPr/>
          <p:nvPr/>
        </p:nvSpPr>
        <p:spPr>
          <a:xfrm>
            <a:off x="-42789" y="653693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4DA9F64-11DF-9104-17B0-37F3611B593C}"/>
              </a:ext>
            </a:extLst>
          </p:cNvPr>
          <p:cNvSpPr/>
          <p:nvPr/>
        </p:nvSpPr>
        <p:spPr>
          <a:xfrm>
            <a:off x="-42789" y="1622957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FCEC4FB-BAB1-BC47-8CAB-20F2A84EF3C6}"/>
              </a:ext>
            </a:extLst>
          </p:cNvPr>
          <p:cNvSpPr/>
          <p:nvPr/>
        </p:nvSpPr>
        <p:spPr>
          <a:xfrm>
            <a:off x="-47804" y="2592221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E2A6F03-982C-5D7C-0329-12AC20FDFB13}"/>
              </a:ext>
            </a:extLst>
          </p:cNvPr>
          <p:cNvSpPr/>
          <p:nvPr/>
        </p:nvSpPr>
        <p:spPr>
          <a:xfrm>
            <a:off x="-75041" y="3877605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5347332-72AF-CFEF-718A-05B148BCE3E1}"/>
              </a:ext>
            </a:extLst>
          </p:cNvPr>
          <p:cNvSpPr/>
          <p:nvPr/>
        </p:nvSpPr>
        <p:spPr>
          <a:xfrm>
            <a:off x="-75041" y="4846869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094197A-A8AF-B33C-A8B9-283FDF091856}"/>
              </a:ext>
            </a:extLst>
          </p:cNvPr>
          <p:cNvSpPr/>
          <p:nvPr/>
        </p:nvSpPr>
        <p:spPr>
          <a:xfrm>
            <a:off x="-80056" y="5816133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5CA7042-DF42-F6BE-1320-37AF70D4E077}"/>
              </a:ext>
            </a:extLst>
          </p:cNvPr>
          <p:cNvSpPr/>
          <p:nvPr/>
        </p:nvSpPr>
        <p:spPr>
          <a:xfrm>
            <a:off x="5955185" y="676979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D5A27E7-AC0B-F966-7AFD-C41F1F80A703}"/>
              </a:ext>
            </a:extLst>
          </p:cNvPr>
          <p:cNvSpPr/>
          <p:nvPr/>
        </p:nvSpPr>
        <p:spPr>
          <a:xfrm>
            <a:off x="5955185" y="1646243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083F474-D7CE-F56F-42A2-5B26E03350DB}"/>
              </a:ext>
            </a:extLst>
          </p:cNvPr>
          <p:cNvSpPr/>
          <p:nvPr/>
        </p:nvSpPr>
        <p:spPr>
          <a:xfrm>
            <a:off x="5950170" y="2615507"/>
            <a:ext cx="914401" cy="65314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#9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860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AF6942-4A29-B8F0-E575-F839AF8517E4}"/>
              </a:ext>
            </a:extLst>
          </p:cNvPr>
          <p:cNvSpPr/>
          <p:nvPr/>
        </p:nvSpPr>
        <p:spPr>
          <a:xfrm>
            <a:off x="516254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999FE1-A1EA-1EEB-0466-0F1A2F8496C7}"/>
              </a:ext>
            </a:extLst>
          </p:cNvPr>
          <p:cNvSpPr/>
          <p:nvPr/>
        </p:nvSpPr>
        <p:spPr>
          <a:xfrm>
            <a:off x="1924430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260B31-CE3D-487D-F1D8-49DE9912E9BC}"/>
              </a:ext>
            </a:extLst>
          </p:cNvPr>
          <p:cNvSpPr/>
          <p:nvPr/>
        </p:nvSpPr>
        <p:spPr>
          <a:xfrm>
            <a:off x="3332606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22926-5FDB-B100-49E9-CD73D9617FB5}"/>
              </a:ext>
            </a:extLst>
          </p:cNvPr>
          <p:cNvSpPr txBox="1"/>
          <p:nvPr/>
        </p:nvSpPr>
        <p:spPr>
          <a:xfrm>
            <a:off x="1504257" y="166983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95937-5E3E-A73F-3351-B2F6B36793CA}"/>
              </a:ext>
            </a:extLst>
          </p:cNvPr>
          <p:cNvSpPr txBox="1"/>
          <p:nvPr/>
        </p:nvSpPr>
        <p:spPr>
          <a:xfrm>
            <a:off x="2918170" y="166983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377202-C3D2-9CCF-F7DA-C7E1C1B4DF73}"/>
              </a:ext>
            </a:extLst>
          </p:cNvPr>
          <p:cNvSpPr/>
          <p:nvPr/>
        </p:nvSpPr>
        <p:spPr>
          <a:xfrm>
            <a:off x="4740782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CC7E0-06FA-8E38-00B1-3BDE0993EB03}"/>
              </a:ext>
            </a:extLst>
          </p:cNvPr>
          <p:cNvSpPr txBox="1"/>
          <p:nvPr/>
        </p:nvSpPr>
        <p:spPr>
          <a:xfrm>
            <a:off x="4314873" y="166983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861F19-67D6-48C4-ADCC-9680309C845C}"/>
              </a:ext>
            </a:extLst>
          </p:cNvPr>
          <p:cNvSpPr/>
          <p:nvPr/>
        </p:nvSpPr>
        <p:spPr>
          <a:xfrm>
            <a:off x="6714649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6DE69E-BD62-ECAB-AA6F-488519D2E792}"/>
              </a:ext>
            </a:extLst>
          </p:cNvPr>
          <p:cNvSpPr/>
          <p:nvPr/>
        </p:nvSpPr>
        <p:spPr>
          <a:xfrm>
            <a:off x="8122825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B0096D-97AB-5F0F-D5C0-F0AE15C0CA54}"/>
              </a:ext>
            </a:extLst>
          </p:cNvPr>
          <p:cNvSpPr/>
          <p:nvPr/>
        </p:nvSpPr>
        <p:spPr>
          <a:xfrm>
            <a:off x="9531001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1209E0-3E3F-357F-97EE-11BB84F85EED}"/>
              </a:ext>
            </a:extLst>
          </p:cNvPr>
          <p:cNvSpPr txBox="1"/>
          <p:nvPr/>
        </p:nvSpPr>
        <p:spPr>
          <a:xfrm>
            <a:off x="7702652" y="166983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E79901-A071-64A2-FEC8-C22366E398D9}"/>
              </a:ext>
            </a:extLst>
          </p:cNvPr>
          <p:cNvSpPr txBox="1"/>
          <p:nvPr/>
        </p:nvSpPr>
        <p:spPr>
          <a:xfrm>
            <a:off x="9116565" y="166983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3318E7-F088-2496-00AF-F1EBF705B088}"/>
              </a:ext>
            </a:extLst>
          </p:cNvPr>
          <p:cNvSpPr/>
          <p:nvPr/>
        </p:nvSpPr>
        <p:spPr>
          <a:xfrm>
            <a:off x="10939177" y="622149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A530AE-9E2C-621F-8588-2738302FB014}"/>
              </a:ext>
            </a:extLst>
          </p:cNvPr>
          <p:cNvSpPr txBox="1"/>
          <p:nvPr/>
        </p:nvSpPr>
        <p:spPr>
          <a:xfrm>
            <a:off x="10513268" y="166983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6B85CB-125E-1560-B178-F877B05E9EF2}"/>
              </a:ext>
            </a:extLst>
          </p:cNvPr>
          <p:cNvSpPr/>
          <p:nvPr/>
        </p:nvSpPr>
        <p:spPr>
          <a:xfrm>
            <a:off x="832198" y="3894936"/>
            <a:ext cx="468000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DF422B-F1C8-15C4-BFDA-541BB223BF01}"/>
              </a:ext>
            </a:extLst>
          </p:cNvPr>
          <p:cNvSpPr/>
          <p:nvPr/>
        </p:nvSpPr>
        <p:spPr>
          <a:xfrm>
            <a:off x="2240374" y="3894936"/>
            <a:ext cx="468000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6C20DE-26DB-E21E-3567-B11116B99D54}"/>
              </a:ext>
            </a:extLst>
          </p:cNvPr>
          <p:cNvSpPr/>
          <p:nvPr/>
        </p:nvSpPr>
        <p:spPr>
          <a:xfrm>
            <a:off x="3648550" y="3894936"/>
            <a:ext cx="468000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E4C87-407A-21A0-30A4-9CBE1F4285E2}"/>
              </a:ext>
            </a:extLst>
          </p:cNvPr>
          <p:cNvSpPr txBox="1"/>
          <p:nvPr/>
        </p:nvSpPr>
        <p:spPr>
          <a:xfrm>
            <a:off x="1623432" y="494262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334C81-9BF8-FC35-6592-0E39C5BD21B0}"/>
              </a:ext>
            </a:extLst>
          </p:cNvPr>
          <p:cNvSpPr txBox="1"/>
          <p:nvPr/>
        </p:nvSpPr>
        <p:spPr>
          <a:xfrm>
            <a:off x="3037345" y="494262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D6FF57-1CD3-0F52-30E5-415108C3096B}"/>
              </a:ext>
            </a:extLst>
          </p:cNvPr>
          <p:cNvSpPr/>
          <p:nvPr/>
        </p:nvSpPr>
        <p:spPr>
          <a:xfrm>
            <a:off x="5056726" y="3894936"/>
            <a:ext cx="468000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ABF3D9-E158-B657-186C-AE3E66D00007}"/>
              </a:ext>
            </a:extLst>
          </p:cNvPr>
          <p:cNvSpPr txBox="1"/>
          <p:nvPr/>
        </p:nvSpPr>
        <p:spPr>
          <a:xfrm>
            <a:off x="4434048" y="494262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C85BC7-8A59-73EE-2C03-1E130AADDFEA}"/>
              </a:ext>
            </a:extLst>
          </p:cNvPr>
          <p:cNvSpPr/>
          <p:nvPr/>
        </p:nvSpPr>
        <p:spPr>
          <a:xfrm>
            <a:off x="6210075" y="3894935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CC0327-F705-B057-8832-887FB9578976}"/>
              </a:ext>
            </a:extLst>
          </p:cNvPr>
          <p:cNvSpPr/>
          <p:nvPr/>
        </p:nvSpPr>
        <p:spPr>
          <a:xfrm>
            <a:off x="7124476" y="3894935"/>
            <a:ext cx="914401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A42C87-4AC8-2BAC-984C-B0E6F6108820}"/>
              </a:ext>
            </a:extLst>
          </p:cNvPr>
          <p:cNvSpPr/>
          <p:nvPr/>
        </p:nvSpPr>
        <p:spPr>
          <a:xfrm>
            <a:off x="8037519" y="3894935"/>
            <a:ext cx="468000" cy="24647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6221A4-82EC-2668-3907-8F1EF3C31D0A}"/>
              </a:ext>
            </a:extLst>
          </p:cNvPr>
          <p:cNvSpPr txBox="1"/>
          <p:nvPr/>
        </p:nvSpPr>
        <p:spPr>
          <a:xfrm>
            <a:off x="8592688" y="494262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31" name="왼쪽 대괄호 30">
            <a:extLst>
              <a:ext uri="{FF2B5EF4-FFF2-40B4-BE49-F238E27FC236}">
                <a16:creationId xmlns:a16="http://schemas.microsoft.com/office/drawing/2014/main" id="{796BFF09-B668-8139-800C-3E8DD6599286}"/>
              </a:ext>
            </a:extLst>
          </p:cNvPr>
          <p:cNvSpPr/>
          <p:nvPr/>
        </p:nvSpPr>
        <p:spPr>
          <a:xfrm>
            <a:off x="199808" y="622149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8E465F-76DA-2824-378E-FD23BD03072F}"/>
              </a:ext>
            </a:extLst>
          </p:cNvPr>
          <p:cNvSpPr txBox="1"/>
          <p:nvPr/>
        </p:nvSpPr>
        <p:spPr>
          <a:xfrm>
            <a:off x="-238132" y="166797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33" name="왼쪽 대괄호 32">
            <a:extLst>
              <a:ext uri="{FF2B5EF4-FFF2-40B4-BE49-F238E27FC236}">
                <a16:creationId xmlns:a16="http://schemas.microsoft.com/office/drawing/2014/main" id="{856251D1-7CD2-0ED2-8852-BB900D127A61}"/>
              </a:ext>
            </a:extLst>
          </p:cNvPr>
          <p:cNvSpPr/>
          <p:nvPr/>
        </p:nvSpPr>
        <p:spPr>
          <a:xfrm>
            <a:off x="525034" y="3894935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F5B1F0-5C57-3F32-2EFA-80CE4EA0626F}"/>
              </a:ext>
            </a:extLst>
          </p:cNvPr>
          <p:cNvSpPr txBox="1"/>
          <p:nvPr/>
        </p:nvSpPr>
        <p:spPr>
          <a:xfrm>
            <a:off x="87094" y="494076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35" name="왼쪽 대괄호 34">
            <a:extLst>
              <a:ext uri="{FF2B5EF4-FFF2-40B4-BE49-F238E27FC236}">
                <a16:creationId xmlns:a16="http://schemas.microsoft.com/office/drawing/2014/main" id="{3FA1C4C1-EDFC-CF71-7284-07279CA2E46D}"/>
              </a:ext>
            </a:extLst>
          </p:cNvPr>
          <p:cNvSpPr/>
          <p:nvPr/>
        </p:nvSpPr>
        <p:spPr>
          <a:xfrm>
            <a:off x="6384677" y="622149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4DD9A8-CE52-3554-9FDE-F7E49734F105}"/>
              </a:ext>
            </a:extLst>
          </p:cNvPr>
          <p:cNvSpPr txBox="1"/>
          <p:nvPr/>
        </p:nvSpPr>
        <p:spPr>
          <a:xfrm>
            <a:off x="5946737" y="166797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37" name="왼쪽 대괄호 36">
            <a:extLst>
              <a:ext uri="{FF2B5EF4-FFF2-40B4-BE49-F238E27FC236}">
                <a16:creationId xmlns:a16="http://schemas.microsoft.com/office/drawing/2014/main" id="{010380E0-744E-4EF4-706B-2D0620F83F87}"/>
              </a:ext>
            </a:extLst>
          </p:cNvPr>
          <p:cNvSpPr/>
          <p:nvPr/>
        </p:nvSpPr>
        <p:spPr>
          <a:xfrm rot="5400000">
            <a:off x="847374" y="32103"/>
            <a:ext cx="267298" cy="912792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6F6701-2A35-3476-2F43-0EB17F3A3A35}"/>
              </a:ext>
            </a:extLst>
          </p:cNvPr>
          <p:cNvSpPr txBox="1"/>
          <p:nvPr/>
        </p:nvSpPr>
        <p:spPr>
          <a:xfrm>
            <a:off x="739869" y="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39" name="왼쪽 대괄호 38">
            <a:extLst>
              <a:ext uri="{FF2B5EF4-FFF2-40B4-BE49-F238E27FC236}">
                <a16:creationId xmlns:a16="http://schemas.microsoft.com/office/drawing/2014/main" id="{FA7502B7-2576-E3FA-DA09-F4125DBEB6E4}"/>
              </a:ext>
            </a:extLst>
          </p:cNvPr>
          <p:cNvSpPr/>
          <p:nvPr/>
        </p:nvSpPr>
        <p:spPr>
          <a:xfrm rot="5400000">
            <a:off x="7036715" y="41956"/>
            <a:ext cx="267298" cy="912792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F00D40-9B93-EBF2-2131-854EDA58B93A}"/>
              </a:ext>
            </a:extLst>
          </p:cNvPr>
          <p:cNvSpPr txBox="1"/>
          <p:nvPr/>
        </p:nvSpPr>
        <p:spPr>
          <a:xfrm>
            <a:off x="6929210" y="985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41" name="왼쪽 대괄호 40">
            <a:extLst>
              <a:ext uri="{FF2B5EF4-FFF2-40B4-BE49-F238E27FC236}">
                <a16:creationId xmlns:a16="http://schemas.microsoft.com/office/drawing/2014/main" id="{0993F0E8-0074-2C64-A7DB-52A396DFE1BC}"/>
              </a:ext>
            </a:extLst>
          </p:cNvPr>
          <p:cNvSpPr/>
          <p:nvPr/>
        </p:nvSpPr>
        <p:spPr>
          <a:xfrm rot="5400000">
            <a:off x="928278" y="3543795"/>
            <a:ext cx="267298" cy="434981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DC230E-95D6-ADF5-FA36-A830090936BF}"/>
              </a:ext>
            </a:extLst>
          </p:cNvPr>
          <p:cNvSpPr txBox="1"/>
          <p:nvPr/>
        </p:nvSpPr>
        <p:spPr>
          <a:xfrm>
            <a:off x="906275" y="32623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299B434-19F5-8E44-5D8D-855CB86583E0}"/>
              </a:ext>
            </a:extLst>
          </p:cNvPr>
          <p:cNvSpPr/>
          <p:nvPr/>
        </p:nvSpPr>
        <p:spPr>
          <a:xfrm>
            <a:off x="9607667" y="3894935"/>
            <a:ext cx="2298187" cy="2464713"/>
          </a:xfrm>
          <a:prstGeom prst="rect">
            <a:avLst/>
          </a:prstGeom>
          <a:solidFill>
            <a:schemeClr val="accent2"/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Product</a:t>
            </a:r>
          </a:p>
          <a:p>
            <a:pPr algn="ctr"/>
            <a:r>
              <a:rPr lang="en-US" altLang="ko-KR" dirty="0"/>
              <a:t>Matrix</a:t>
            </a:r>
            <a:endParaRPr lang="ko-KR" altLang="en-US" dirty="0"/>
          </a:p>
        </p:txBody>
      </p:sp>
      <p:sp>
        <p:nvSpPr>
          <p:cNvPr id="44" name="왼쪽 대괄호 43">
            <a:extLst>
              <a:ext uri="{FF2B5EF4-FFF2-40B4-BE49-F238E27FC236}">
                <a16:creationId xmlns:a16="http://schemas.microsoft.com/office/drawing/2014/main" id="{2C0B2D4F-91D4-BE29-59F0-4635394016BF}"/>
              </a:ext>
            </a:extLst>
          </p:cNvPr>
          <p:cNvSpPr/>
          <p:nvPr/>
        </p:nvSpPr>
        <p:spPr>
          <a:xfrm>
            <a:off x="9291223" y="3901483"/>
            <a:ext cx="316444" cy="2464714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3DB0FE-C41C-9CEB-416F-3EEA7AF9C38E}"/>
              </a:ext>
            </a:extLst>
          </p:cNvPr>
          <p:cNvSpPr txBox="1"/>
          <p:nvPr/>
        </p:nvSpPr>
        <p:spPr>
          <a:xfrm>
            <a:off x="8853283" y="49491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46" name="왼쪽 대괄호 45">
            <a:extLst>
              <a:ext uri="{FF2B5EF4-FFF2-40B4-BE49-F238E27FC236}">
                <a16:creationId xmlns:a16="http://schemas.microsoft.com/office/drawing/2014/main" id="{1654B1C4-83BE-3580-D0D6-1FB1C9F63857}"/>
              </a:ext>
            </a:extLst>
          </p:cNvPr>
          <p:cNvSpPr/>
          <p:nvPr/>
        </p:nvSpPr>
        <p:spPr>
          <a:xfrm rot="5400000">
            <a:off x="10592893" y="2581972"/>
            <a:ext cx="327736" cy="2298187"/>
          </a:xfrm>
          <a:prstGeom prst="leftBracket">
            <a:avLst>
              <a:gd name="adj" fmla="val 5726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A61524-8FB4-AED3-B097-735A1E70941E}"/>
              </a:ext>
            </a:extLst>
          </p:cNvPr>
          <p:cNvSpPr txBox="1"/>
          <p:nvPr/>
        </p:nvSpPr>
        <p:spPr>
          <a:xfrm>
            <a:off x="10537791" y="319786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4877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FEE1617E-82A4-B88C-60B7-081C26881355}"/>
              </a:ext>
            </a:extLst>
          </p:cNvPr>
          <p:cNvCxnSpPr>
            <a:cxnSpLocks/>
            <a:stCxn id="24" idx="3"/>
          </p:cNvCxnSpPr>
          <p:nvPr/>
        </p:nvCxnSpPr>
        <p:spPr>
          <a:xfrm flipH="1" flipV="1">
            <a:off x="9059447" y="2607947"/>
            <a:ext cx="310406" cy="3481456"/>
          </a:xfrm>
          <a:prstGeom prst="bentConnector4">
            <a:avLst>
              <a:gd name="adj1" fmla="val -317727"/>
              <a:gd name="adj2" fmla="val 107887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027EA8-5232-BD52-9B50-82B7C7F3F4CA}"/>
              </a:ext>
            </a:extLst>
          </p:cNvPr>
          <p:cNvSpPr/>
          <p:nvPr/>
        </p:nvSpPr>
        <p:spPr>
          <a:xfrm>
            <a:off x="4150967" y="560730"/>
            <a:ext cx="1080000" cy="72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Ctrl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F714C3-8CA2-2CA2-D554-889119871E0D}"/>
              </a:ext>
            </a:extLst>
          </p:cNvPr>
          <p:cNvSpPr/>
          <p:nvPr/>
        </p:nvSpPr>
        <p:spPr>
          <a:xfrm>
            <a:off x="7209853" y="2607947"/>
            <a:ext cx="2160000" cy="2160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Weight-Stationary</a:t>
            </a:r>
          </a:p>
          <a:p>
            <a:pPr algn="ctr"/>
            <a:r>
              <a:rPr lang="en-US" altLang="ko-KR" dirty="0"/>
              <a:t>Systolic Array</a:t>
            </a:r>
          </a:p>
          <a:p>
            <a:pPr algn="ctr"/>
            <a:r>
              <a:rPr lang="en-US" altLang="ko-KR" dirty="0"/>
              <a:t>9 * 16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DFB3AA-9855-6455-8D66-8406DB4108A5}"/>
              </a:ext>
            </a:extLst>
          </p:cNvPr>
          <p:cNvSpPr/>
          <p:nvPr/>
        </p:nvSpPr>
        <p:spPr>
          <a:xfrm>
            <a:off x="4150967" y="2602187"/>
            <a:ext cx="108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Activ-</a:t>
            </a:r>
            <a:r>
              <a:rPr lang="en-US" altLang="ko-KR" dirty="0" err="1"/>
              <a:t>ation</a:t>
            </a:r>
            <a:endParaRPr lang="en-US" altLang="ko-KR" dirty="0"/>
          </a:p>
          <a:p>
            <a:pPr algn="ctr"/>
            <a:r>
              <a:rPr lang="en-US" altLang="ko-KR" dirty="0"/>
              <a:t>Buffer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FBD8E3-0C28-AC46-805C-38EEBC9F5759}"/>
              </a:ext>
            </a:extLst>
          </p:cNvPr>
          <p:cNvSpPr/>
          <p:nvPr/>
        </p:nvSpPr>
        <p:spPr>
          <a:xfrm>
            <a:off x="7209853" y="560730"/>
            <a:ext cx="216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Weight Buffer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6329125-B619-1EF1-CE4D-595DF7C2CAF3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5230967" y="920730"/>
            <a:ext cx="19788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F6B7DDE-788F-42FB-CD33-5F1A9BBF1862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4690967" y="1280730"/>
            <a:ext cx="0" cy="13214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DEBEE8F-6F27-D612-7591-C77FDC004B13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8289853" y="1280730"/>
            <a:ext cx="0" cy="13272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86F7BAC-CBA9-D275-7A5E-D9253E631AEE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5230967" y="3682187"/>
            <a:ext cx="1978886" cy="57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E1E7AE-70BF-CC91-6F95-38402CFC11E4}"/>
              </a:ext>
            </a:extLst>
          </p:cNvPr>
          <p:cNvSpPr/>
          <p:nvPr/>
        </p:nvSpPr>
        <p:spPr>
          <a:xfrm>
            <a:off x="7209853" y="5729403"/>
            <a:ext cx="216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Product Buffer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82706C0-5DDA-9B0E-CCD2-25E73B3DE5DC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>
            <a:off x="8289853" y="4767947"/>
            <a:ext cx="0" cy="9614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53B21C-583A-6C66-0A5A-7E815F1DD071}"/>
              </a:ext>
            </a:extLst>
          </p:cNvPr>
          <p:cNvSpPr/>
          <p:nvPr/>
        </p:nvSpPr>
        <p:spPr>
          <a:xfrm>
            <a:off x="4330967" y="1761458"/>
            <a:ext cx="72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err="1">
                <a:solidFill>
                  <a:schemeClr val="tx1"/>
                </a:solidFill>
              </a:rPr>
              <a:t>ctrl_to_ab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025283C5-6F29-A62D-11EA-D1CFDD58090C}"/>
              </a:ext>
            </a:extLst>
          </p:cNvPr>
          <p:cNvCxnSpPr>
            <a:cxnSpLocks/>
          </p:cNvCxnSpPr>
          <p:nvPr/>
        </p:nvCxnSpPr>
        <p:spPr>
          <a:xfrm>
            <a:off x="5230967" y="1207341"/>
            <a:ext cx="1978886" cy="1394846"/>
          </a:xfrm>
          <a:prstGeom prst="bentConnector3">
            <a:avLst>
              <a:gd name="adj1" fmla="val 7508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A4706DA-E6D0-A860-6CD5-1160393A8990}"/>
              </a:ext>
            </a:extLst>
          </p:cNvPr>
          <p:cNvSpPr/>
          <p:nvPr/>
        </p:nvSpPr>
        <p:spPr>
          <a:xfrm>
            <a:off x="5860410" y="740730"/>
            <a:ext cx="72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err="1">
                <a:solidFill>
                  <a:schemeClr val="tx1"/>
                </a:solidFill>
              </a:rPr>
              <a:t>ctrl_to_wb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419EA1-CD45-7ED0-15DD-5F20CE346854}"/>
              </a:ext>
            </a:extLst>
          </p:cNvPr>
          <p:cNvSpPr/>
          <p:nvPr/>
        </p:nvSpPr>
        <p:spPr>
          <a:xfrm>
            <a:off x="6358830" y="1761458"/>
            <a:ext cx="72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err="1">
                <a:solidFill>
                  <a:schemeClr val="tx1"/>
                </a:solidFill>
              </a:rPr>
              <a:t>ctrl_to_sa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76862E10-7C9B-406F-DA71-84FD27A472BA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>
            <a:off x="5183104" y="1280730"/>
            <a:ext cx="1175726" cy="6607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A4706DA-E6D0-A860-6CD5-1160393A8990}"/>
              </a:ext>
            </a:extLst>
          </p:cNvPr>
          <p:cNvSpPr/>
          <p:nvPr/>
        </p:nvSpPr>
        <p:spPr>
          <a:xfrm>
            <a:off x="7929853" y="1761458"/>
            <a:ext cx="72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err="1">
                <a:solidFill>
                  <a:schemeClr val="tx1"/>
                </a:solidFill>
              </a:rPr>
              <a:t>wb_to_sa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E384B5F-D6B4-6A99-3FE4-79ACD8FBCA8C}"/>
              </a:ext>
            </a:extLst>
          </p:cNvPr>
          <p:cNvSpPr/>
          <p:nvPr/>
        </p:nvSpPr>
        <p:spPr>
          <a:xfrm>
            <a:off x="5499853" y="2602187"/>
            <a:ext cx="1080000" cy="21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Input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Loader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C9B587E-A0BF-45F4-9F94-000F6199C65C}"/>
              </a:ext>
            </a:extLst>
          </p:cNvPr>
          <p:cNvSpPr/>
          <p:nvPr/>
        </p:nvSpPr>
        <p:spPr>
          <a:xfrm>
            <a:off x="9829554" y="2962187"/>
            <a:ext cx="1079999" cy="14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Product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Loader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D952723-1F14-7638-92E1-34A0F8D70053}"/>
              </a:ext>
            </a:extLst>
          </p:cNvPr>
          <p:cNvSpPr/>
          <p:nvPr/>
        </p:nvSpPr>
        <p:spPr>
          <a:xfrm>
            <a:off x="7929853" y="5068675"/>
            <a:ext cx="72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err="1">
                <a:solidFill>
                  <a:schemeClr val="tx1"/>
                </a:solidFill>
              </a:rPr>
              <a:t>sa_to_pb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09BE48BD-8BE2-F4A1-DC04-04ADDE523B69}"/>
              </a:ext>
            </a:extLst>
          </p:cNvPr>
          <p:cNvCxnSpPr>
            <a:stCxn id="24" idx="1"/>
            <a:endCxn id="4" idx="1"/>
          </p:cNvCxnSpPr>
          <p:nvPr/>
        </p:nvCxnSpPr>
        <p:spPr>
          <a:xfrm rot="10800000">
            <a:off x="4150967" y="920731"/>
            <a:ext cx="3058886" cy="5168673"/>
          </a:xfrm>
          <a:prstGeom prst="bentConnector3">
            <a:avLst>
              <a:gd name="adj1" fmla="val 107473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0A5F70C-A855-8024-F860-286BB212C0CA}"/>
              </a:ext>
            </a:extLst>
          </p:cNvPr>
          <p:cNvSpPr/>
          <p:nvPr/>
        </p:nvSpPr>
        <p:spPr>
          <a:xfrm>
            <a:off x="4329853" y="5903644"/>
            <a:ext cx="72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err="1">
                <a:solidFill>
                  <a:schemeClr val="tx1"/>
                </a:solidFill>
              </a:rPr>
              <a:t>ctrl_to_pb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9E899FE-AFAC-9F46-9463-023D0B557966}"/>
              </a:ext>
            </a:extLst>
          </p:cNvPr>
          <p:cNvCxnSpPr>
            <a:cxnSpLocks/>
            <a:stCxn id="52" idx="1"/>
            <a:endCxn id="4" idx="1"/>
          </p:cNvCxnSpPr>
          <p:nvPr/>
        </p:nvCxnSpPr>
        <p:spPr>
          <a:xfrm rot="10800000">
            <a:off x="4150967" y="920731"/>
            <a:ext cx="3778886" cy="4327945"/>
          </a:xfrm>
          <a:prstGeom prst="bentConnector3">
            <a:avLst>
              <a:gd name="adj1" fmla="val 1098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D413E62-D059-1CEB-DE79-860EB79FC5B9}"/>
              </a:ext>
            </a:extLst>
          </p:cNvPr>
          <p:cNvSpPr/>
          <p:nvPr/>
        </p:nvSpPr>
        <p:spPr>
          <a:xfrm>
            <a:off x="3330054" y="402836"/>
            <a:ext cx="7826990" cy="612898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882149-FD47-339A-BB05-C50447F44464}"/>
              </a:ext>
            </a:extLst>
          </p:cNvPr>
          <p:cNvSpPr/>
          <p:nvPr/>
        </p:nvSpPr>
        <p:spPr>
          <a:xfrm>
            <a:off x="5769853" y="5391509"/>
            <a:ext cx="720000" cy="36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bigger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2CE3395-A478-E85F-B294-C84837CC85BE}"/>
              </a:ext>
            </a:extLst>
          </p:cNvPr>
          <p:cNvCxnSpPr>
            <a:cxnSpLocks/>
            <a:stCxn id="52" idx="1"/>
            <a:endCxn id="8" idx="3"/>
          </p:cNvCxnSpPr>
          <p:nvPr/>
        </p:nvCxnSpPr>
        <p:spPr>
          <a:xfrm rot="10800000" flipV="1">
            <a:off x="6489853" y="5248675"/>
            <a:ext cx="1440000" cy="3228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E4B8E50-19CB-5EC5-866A-A3008AA3FF4C}"/>
              </a:ext>
            </a:extLst>
          </p:cNvPr>
          <p:cNvCxnSpPr>
            <a:cxnSpLocks/>
            <a:stCxn id="8" idx="1"/>
            <a:endCxn id="53" idx="0"/>
          </p:cNvCxnSpPr>
          <p:nvPr/>
        </p:nvCxnSpPr>
        <p:spPr>
          <a:xfrm rot="10800000" flipV="1">
            <a:off x="4689853" y="5571508"/>
            <a:ext cx="1080000" cy="3321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721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20BA1EA-FCD9-5FE2-3EA9-8B868023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44273"/>
            <a:ext cx="6545444" cy="514620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0C4316B-8C19-7F2A-81BD-CE32E3B89E3E}"/>
              </a:ext>
            </a:extLst>
          </p:cNvPr>
          <p:cNvSpPr/>
          <p:nvPr/>
        </p:nvSpPr>
        <p:spPr>
          <a:xfrm>
            <a:off x="4229987" y="906073"/>
            <a:ext cx="6653283" cy="54181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120B3-171A-DF18-DAF3-EAACDC4CA262}"/>
              </a:ext>
            </a:extLst>
          </p:cNvPr>
          <p:cNvSpPr txBox="1"/>
          <p:nvPr/>
        </p:nvSpPr>
        <p:spPr>
          <a:xfrm>
            <a:off x="9927883" y="906073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MatMul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120B3-171A-DF18-DAF3-EAACDC4CA262}"/>
              </a:ext>
            </a:extLst>
          </p:cNvPr>
          <p:cNvSpPr txBox="1"/>
          <p:nvPr/>
        </p:nvSpPr>
        <p:spPr>
          <a:xfrm>
            <a:off x="9848373" y="567519"/>
            <a:ext cx="1066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rgbClr val="C00000"/>
                </a:solidFill>
              </a:rPr>
              <a:t>AXI_Slave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3E509C-B523-4218-85E6-FF3FE26ECDD5}"/>
              </a:ext>
            </a:extLst>
          </p:cNvPr>
          <p:cNvSpPr/>
          <p:nvPr/>
        </p:nvSpPr>
        <p:spPr>
          <a:xfrm>
            <a:off x="4066214" y="567519"/>
            <a:ext cx="6940388" cy="587536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21086-46DD-6CC8-A066-7293C4D9FA45}"/>
              </a:ext>
            </a:extLst>
          </p:cNvPr>
          <p:cNvSpPr txBox="1"/>
          <p:nvPr/>
        </p:nvSpPr>
        <p:spPr>
          <a:xfrm>
            <a:off x="9784921" y="228965"/>
            <a:ext cx="1221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4"/>
                </a:solidFill>
              </a:rPr>
              <a:t>AXI_Master</a:t>
            </a:r>
            <a:endParaRPr lang="ko-KR" altLang="en-US" sz="1600" dirty="0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33EBEA-442C-6470-52F4-8B846B762679}"/>
              </a:ext>
            </a:extLst>
          </p:cNvPr>
          <p:cNvSpPr/>
          <p:nvPr/>
        </p:nvSpPr>
        <p:spPr>
          <a:xfrm>
            <a:off x="1203619" y="1705200"/>
            <a:ext cx="1593354" cy="3600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PS</a:t>
            </a:r>
            <a:endParaRPr lang="ko-KR" altLang="en-US" sz="28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7D4B5BE-6272-740D-CF55-E291B5198DB2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2796973" y="3505200"/>
            <a:ext cx="1269241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7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2B6D-9F6F-C7FF-6B2B-D242F0ED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D21743-D2A8-40B4-F236-7213E7AC1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660" y="1150620"/>
            <a:ext cx="6506844" cy="51178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8685849-FBB8-9B33-946F-03E50B308251}"/>
              </a:ext>
            </a:extLst>
          </p:cNvPr>
          <p:cNvSpPr/>
          <p:nvPr/>
        </p:nvSpPr>
        <p:spPr>
          <a:xfrm>
            <a:off x="4229987" y="906073"/>
            <a:ext cx="6653283" cy="54181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1B36A-352E-AB0F-8970-FFA848E1CCDC}"/>
              </a:ext>
            </a:extLst>
          </p:cNvPr>
          <p:cNvSpPr txBox="1"/>
          <p:nvPr/>
        </p:nvSpPr>
        <p:spPr>
          <a:xfrm>
            <a:off x="9927883" y="906073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MatMul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822682-BB81-2F17-56FD-70BE4B7E9CEB}"/>
              </a:ext>
            </a:extLst>
          </p:cNvPr>
          <p:cNvSpPr txBox="1"/>
          <p:nvPr/>
        </p:nvSpPr>
        <p:spPr>
          <a:xfrm>
            <a:off x="9848373" y="567519"/>
            <a:ext cx="1066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rgbClr val="C00000"/>
                </a:solidFill>
              </a:rPr>
              <a:t>AXI_Slave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71CDD2-D9ED-DD05-FE95-477642C5CCBE}"/>
              </a:ext>
            </a:extLst>
          </p:cNvPr>
          <p:cNvSpPr/>
          <p:nvPr/>
        </p:nvSpPr>
        <p:spPr>
          <a:xfrm>
            <a:off x="4066214" y="567519"/>
            <a:ext cx="6940388" cy="587536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C0415-C214-BA25-715B-DD2BA2AB6971}"/>
              </a:ext>
            </a:extLst>
          </p:cNvPr>
          <p:cNvSpPr txBox="1"/>
          <p:nvPr/>
        </p:nvSpPr>
        <p:spPr>
          <a:xfrm>
            <a:off x="9784921" y="228965"/>
            <a:ext cx="1221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4"/>
                </a:solidFill>
              </a:rPr>
              <a:t>AXI_Master</a:t>
            </a:r>
            <a:endParaRPr lang="ko-KR" altLang="en-US" sz="1600" dirty="0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08797D-F36F-5D99-0916-AE5DF3057173}"/>
              </a:ext>
            </a:extLst>
          </p:cNvPr>
          <p:cNvSpPr/>
          <p:nvPr/>
        </p:nvSpPr>
        <p:spPr>
          <a:xfrm>
            <a:off x="1203619" y="1705200"/>
            <a:ext cx="1593354" cy="3600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PS</a:t>
            </a:r>
            <a:endParaRPr lang="ko-KR" altLang="en-US" sz="28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29ABE76-07AC-DA1E-A602-81A59AAFB288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2796973" y="3505200"/>
            <a:ext cx="1269241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147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55F65-8FA3-642D-39D3-A52FB64F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hw</a:t>
            </a:r>
            <a:r>
              <a:rPr lang="ko-KR" altLang="en-US" dirty="0"/>
              <a:t> </a:t>
            </a:r>
            <a:r>
              <a:rPr lang="en-US" altLang="ko-KR" dirty="0"/>
              <a:t>reports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125MHz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8AB5FE-EB65-F2AB-C2F7-1B755AD0C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2" y="1474311"/>
            <a:ext cx="5029636" cy="36655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9EADF2-AB1B-0F0F-4C15-E77141EEB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5629"/>
            <a:ext cx="12192000" cy="22960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EF4B30-5A54-C500-3467-13953F0EC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415" y="2781613"/>
            <a:ext cx="6096528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96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CCCECC-A430-71A7-0CEA-0750A09B4739}"/>
              </a:ext>
            </a:extLst>
          </p:cNvPr>
          <p:cNvSpPr txBox="1"/>
          <p:nvPr/>
        </p:nvSpPr>
        <p:spPr>
          <a:xfrm>
            <a:off x="171796" y="277091"/>
            <a:ext cx="2246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Baseline</a:t>
            </a:r>
          </a:p>
          <a:p>
            <a:r>
              <a:rPr lang="en-US" altLang="ko-KR" dirty="0"/>
              <a:t>PL Fmax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en-US" dirty="0" err="1"/>
              <a:t>125MHz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0B56BC-36B7-9F3F-BB5A-A9A68777C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28" y="1516214"/>
            <a:ext cx="6370872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13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729AA7-E982-4F8E-6FA0-0AC0986EA2EF}"/>
              </a:ext>
            </a:extLst>
          </p:cNvPr>
          <p:cNvSpPr txBox="1"/>
          <p:nvPr/>
        </p:nvSpPr>
        <p:spPr>
          <a:xfrm>
            <a:off x="471055" y="626225"/>
            <a:ext cx="4007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Requantization</a:t>
            </a:r>
            <a:r>
              <a:rPr lang="en-US" dirty="0"/>
              <a:t> modified </a:t>
            </a:r>
            <a:r>
              <a:rPr lang="en-US" dirty="0" err="1"/>
              <a:t>hw</a:t>
            </a:r>
            <a:r>
              <a:rPr lang="en-US" dirty="0"/>
              <a:t>-friendly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F6CBD0-AF19-4AE8-8E87-EC0C39300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952" y="1377366"/>
            <a:ext cx="6325148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15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F82C6F-C155-3240-6F49-D462EBA5E44A}"/>
              </a:ext>
            </a:extLst>
          </p:cNvPr>
          <p:cNvSpPr txBox="1"/>
          <p:nvPr/>
        </p:nvSpPr>
        <p:spPr>
          <a:xfrm>
            <a:off x="809106" y="1008610"/>
            <a:ext cx="4169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Requantization</a:t>
            </a:r>
            <a:r>
              <a:rPr lang="en-US" dirty="0"/>
              <a:t> modified </a:t>
            </a:r>
            <a:r>
              <a:rPr lang="en-US" dirty="0" err="1"/>
              <a:t>hw</a:t>
            </a:r>
            <a:r>
              <a:rPr lang="en-US" dirty="0"/>
              <a:t>-friendly</a:t>
            </a:r>
          </a:p>
          <a:p>
            <a:r>
              <a:rPr lang="en-US" dirty="0"/>
              <a:t>+ preprocessing modified </a:t>
            </a:r>
            <a:r>
              <a:rPr lang="en-US" dirty="0" err="1"/>
              <a:t>hw</a:t>
            </a:r>
            <a:r>
              <a:rPr lang="en-US" dirty="0"/>
              <a:t>-friendly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98E6EC-F907-22DB-C2E6-D98437C7D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123" y="2308694"/>
            <a:ext cx="6348010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00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30223E0-ED5C-ABDF-66E0-FB233F68B7E5}"/>
              </a:ext>
            </a:extLst>
          </p:cNvPr>
          <p:cNvSpPr/>
          <p:nvPr/>
        </p:nvSpPr>
        <p:spPr>
          <a:xfrm>
            <a:off x="10485786" y="2474976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병합 10">
            <a:extLst>
              <a:ext uri="{FF2B5EF4-FFF2-40B4-BE49-F238E27FC236}">
                <a16:creationId xmlns:a16="http://schemas.microsoft.com/office/drawing/2014/main" id="{58244F3D-2C44-5D9C-89FE-45B8E12EE84C}"/>
              </a:ext>
            </a:extLst>
          </p:cNvPr>
          <p:cNvSpPr/>
          <p:nvPr/>
        </p:nvSpPr>
        <p:spPr>
          <a:xfrm>
            <a:off x="10485786" y="2474976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03BF73-F802-C3ED-1FA0-9DFF05CA4BC2}"/>
              </a:ext>
            </a:extLst>
          </p:cNvPr>
          <p:cNvSpPr/>
          <p:nvPr/>
        </p:nvSpPr>
        <p:spPr>
          <a:xfrm>
            <a:off x="2467356" y="4518771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병합 13">
            <a:extLst>
              <a:ext uri="{FF2B5EF4-FFF2-40B4-BE49-F238E27FC236}">
                <a16:creationId xmlns:a16="http://schemas.microsoft.com/office/drawing/2014/main" id="{FC59DDFA-06E7-0270-7DB3-0E40C51B05BF}"/>
              </a:ext>
            </a:extLst>
          </p:cNvPr>
          <p:cNvSpPr/>
          <p:nvPr/>
        </p:nvSpPr>
        <p:spPr>
          <a:xfrm>
            <a:off x="2467356" y="4518771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A161CE-C93D-B914-9AE2-450C9FFBBAB1}"/>
              </a:ext>
            </a:extLst>
          </p:cNvPr>
          <p:cNvSpPr/>
          <p:nvPr/>
        </p:nvSpPr>
        <p:spPr>
          <a:xfrm>
            <a:off x="3802380" y="4518771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순서도: 병합 15">
            <a:extLst>
              <a:ext uri="{FF2B5EF4-FFF2-40B4-BE49-F238E27FC236}">
                <a16:creationId xmlns:a16="http://schemas.microsoft.com/office/drawing/2014/main" id="{FFD67510-6136-1474-8213-7A07F0707E89}"/>
              </a:ext>
            </a:extLst>
          </p:cNvPr>
          <p:cNvSpPr/>
          <p:nvPr/>
        </p:nvSpPr>
        <p:spPr>
          <a:xfrm>
            <a:off x="3802380" y="4518771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9A47BB-885D-7421-40AF-83BFDF1B952A}"/>
              </a:ext>
            </a:extLst>
          </p:cNvPr>
          <p:cNvSpPr/>
          <p:nvPr/>
        </p:nvSpPr>
        <p:spPr>
          <a:xfrm>
            <a:off x="8263032" y="4518771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병합 17">
            <a:extLst>
              <a:ext uri="{FF2B5EF4-FFF2-40B4-BE49-F238E27FC236}">
                <a16:creationId xmlns:a16="http://schemas.microsoft.com/office/drawing/2014/main" id="{D8EBC494-B017-432A-4351-15BF943CFEE2}"/>
              </a:ext>
            </a:extLst>
          </p:cNvPr>
          <p:cNvSpPr/>
          <p:nvPr/>
        </p:nvSpPr>
        <p:spPr>
          <a:xfrm>
            <a:off x="8263032" y="4518771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7EE3239-CCDF-85D8-EA63-804613A44EBF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2964244" y="4995783"/>
            <a:ext cx="838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DB8F77-BC75-E37B-333B-AFAA2D108084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629220" y="4995783"/>
            <a:ext cx="838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54D5590-9378-9955-9827-A1267DDB2400}"/>
              </a:ext>
            </a:extLst>
          </p:cNvPr>
          <p:cNvCxnSpPr>
            <a:cxnSpLocks/>
            <a:stCxn id="15" idx="3"/>
            <a:endCxn id="28" idx="1"/>
          </p:cNvCxnSpPr>
          <p:nvPr/>
        </p:nvCxnSpPr>
        <p:spPr>
          <a:xfrm>
            <a:off x="4299268" y="4995783"/>
            <a:ext cx="10256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99B3EC2-4377-D884-DF65-726BB3963FFB}"/>
              </a:ext>
            </a:extLst>
          </p:cNvPr>
          <p:cNvSpPr/>
          <p:nvPr/>
        </p:nvSpPr>
        <p:spPr>
          <a:xfrm>
            <a:off x="5324920" y="4518771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병합 28">
            <a:extLst>
              <a:ext uri="{FF2B5EF4-FFF2-40B4-BE49-F238E27FC236}">
                <a16:creationId xmlns:a16="http://schemas.microsoft.com/office/drawing/2014/main" id="{97131414-EEC0-D543-E06B-80BECFAB83D3}"/>
              </a:ext>
            </a:extLst>
          </p:cNvPr>
          <p:cNvSpPr/>
          <p:nvPr/>
        </p:nvSpPr>
        <p:spPr>
          <a:xfrm>
            <a:off x="5324920" y="4518771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A38B163-CB98-AC49-67EC-17AA12F5B0B0}"/>
              </a:ext>
            </a:extLst>
          </p:cNvPr>
          <p:cNvCxnSpPr>
            <a:cxnSpLocks/>
            <a:stCxn id="28" idx="3"/>
            <a:endCxn id="17" idx="1"/>
          </p:cNvCxnSpPr>
          <p:nvPr/>
        </p:nvCxnSpPr>
        <p:spPr>
          <a:xfrm>
            <a:off x="5821808" y="4995783"/>
            <a:ext cx="24412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C32E9A6-E8A7-CC21-E8FC-DA16B9938E91}"/>
              </a:ext>
            </a:extLst>
          </p:cNvPr>
          <p:cNvSpPr/>
          <p:nvPr/>
        </p:nvSpPr>
        <p:spPr>
          <a:xfrm>
            <a:off x="2467356" y="2475033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순서도: 병합 40">
            <a:extLst>
              <a:ext uri="{FF2B5EF4-FFF2-40B4-BE49-F238E27FC236}">
                <a16:creationId xmlns:a16="http://schemas.microsoft.com/office/drawing/2014/main" id="{82A81AB3-1C88-6F70-C96D-4E3FE0EBB16B}"/>
              </a:ext>
            </a:extLst>
          </p:cNvPr>
          <p:cNvSpPr/>
          <p:nvPr/>
        </p:nvSpPr>
        <p:spPr>
          <a:xfrm>
            <a:off x="2467356" y="2475033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93C128C-351D-010F-74BE-803E6A584185}"/>
              </a:ext>
            </a:extLst>
          </p:cNvPr>
          <p:cNvSpPr/>
          <p:nvPr/>
        </p:nvSpPr>
        <p:spPr>
          <a:xfrm>
            <a:off x="3802380" y="2475033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순서도: 병합 42">
            <a:extLst>
              <a:ext uri="{FF2B5EF4-FFF2-40B4-BE49-F238E27FC236}">
                <a16:creationId xmlns:a16="http://schemas.microsoft.com/office/drawing/2014/main" id="{99A23152-CD2C-28BA-289F-722925644ECD}"/>
              </a:ext>
            </a:extLst>
          </p:cNvPr>
          <p:cNvSpPr/>
          <p:nvPr/>
        </p:nvSpPr>
        <p:spPr>
          <a:xfrm>
            <a:off x="3802380" y="2475033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8FE72C5-0529-B42B-C0C1-1B9C845BA5E1}"/>
              </a:ext>
            </a:extLst>
          </p:cNvPr>
          <p:cNvSpPr/>
          <p:nvPr/>
        </p:nvSpPr>
        <p:spPr>
          <a:xfrm>
            <a:off x="8263032" y="2475033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순서도: 병합 44">
            <a:extLst>
              <a:ext uri="{FF2B5EF4-FFF2-40B4-BE49-F238E27FC236}">
                <a16:creationId xmlns:a16="http://schemas.microsoft.com/office/drawing/2014/main" id="{3450BFD1-8EBA-CB4A-9B73-D98F8FE23383}"/>
              </a:ext>
            </a:extLst>
          </p:cNvPr>
          <p:cNvSpPr/>
          <p:nvPr/>
        </p:nvSpPr>
        <p:spPr>
          <a:xfrm>
            <a:off x="8263032" y="2475033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D7BE4F9-FAD7-715D-A434-715446D3222D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2964244" y="2952045"/>
            <a:ext cx="838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F5C6DC3-DD33-A920-66D8-33A472D32DBB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629220" y="2952045"/>
            <a:ext cx="838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94FE64F-A7AB-A7C5-CE4F-D1D839DF3654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4299268" y="2952045"/>
            <a:ext cx="882332" cy="46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209575B-4795-BC25-5E6C-B66175FEB891}"/>
              </a:ext>
            </a:extLst>
          </p:cNvPr>
          <p:cNvSpPr/>
          <p:nvPr/>
        </p:nvSpPr>
        <p:spPr>
          <a:xfrm>
            <a:off x="5324920" y="2475033"/>
            <a:ext cx="496888" cy="954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순서도: 병합 49">
            <a:extLst>
              <a:ext uri="{FF2B5EF4-FFF2-40B4-BE49-F238E27FC236}">
                <a16:creationId xmlns:a16="http://schemas.microsoft.com/office/drawing/2014/main" id="{F0D7C408-3983-A3AC-189D-1FB6654188D1}"/>
              </a:ext>
            </a:extLst>
          </p:cNvPr>
          <p:cNvSpPr/>
          <p:nvPr/>
        </p:nvSpPr>
        <p:spPr>
          <a:xfrm>
            <a:off x="5324920" y="2475033"/>
            <a:ext cx="496888" cy="3268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0874C55-0949-23ED-508C-04716A9F6946}"/>
              </a:ext>
            </a:extLst>
          </p:cNvPr>
          <p:cNvCxnSpPr>
            <a:cxnSpLocks/>
            <a:stCxn id="49" idx="3"/>
            <a:endCxn id="44" idx="1"/>
          </p:cNvCxnSpPr>
          <p:nvPr/>
        </p:nvCxnSpPr>
        <p:spPr>
          <a:xfrm>
            <a:off x="5821808" y="2952045"/>
            <a:ext cx="24412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274E4E-074A-EEBC-52E6-8F3931D46311}"/>
              </a:ext>
            </a:extLst>
          </p:cNvPr>
          <p:cNvSpPr/>
          <p:nvPr/>
        </p:nvSpPr>
        <p:spPr>
          <a:xfrm>
            <a:off x="5181600" y="2011063"/>
            <a:ext cx="914400" cy="1891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PB</a:t>
            </a:r>
          </a:p>
          <a:p>
            <a:pPr algn="ctr"/>
            <a:r>
              <a:rPr lang="en-US" altLang="ko-KR" dirty="0"/>
              <a:t>read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1E528CB-8F01-FBF2-A3E0-6C6F228C875C}"/>
              </a:ext>
            </a:extLst>
          </p:cNvPr>
          <p:cNvSpPr/>
          <p:nvPr/>
        </p:nvSpPr>
        <p:spPr>
          <a:xfrm>
            <a:off x="6978332" y="2474976"/>
            <a:ext cx="914400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re-</a:t>
            </a:r>
          </a:p>
          <a:p>
            <a:pPr algn="ctr"/>
            <a:r>
              <a:rPr lang="en-US" altLang="ko-KR" dirty="0"/>
              <a:t>quant</a:t>
            </a:r>
            <a:endParaRPr lang="ko-KR" altLang="en-US" dirty="0"/>
          </a:p>
        </p:txBody>
      </p:sp>
      <p:sp>
        <p:nvSpPr>
          <p:cNvPr id="69" name="순서도: 병합 68">
            <a:extLst>
              <a:ext uri="{FF2B5EF4-FFF2-40B4-BE49-F238E27FC236}">
                <a16:creationId xmlns:a16="http://schemas.microsoft.com/office/drawing/2014/main" id="{BBB0DEDF-1E35-630B-C345-DBE87CB110EC}"/>
              </a:ext>
            </a:extLst>
          </p:cNvPr>
          <p:cNvSpPr/>
          <p:nvPr/>
        </p:nvSpPr>
        <p:spPr>
          <a:xfrm>
            <a:off x="5390356" y="2008721"/>
            <a:ext cx="496888" cy="326842"/>
          </a:xfrm>
          <a:prstGeom prst="flowChartMer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081BCDC9-A698-F29F-6D0F-7E9DC3D830AC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7435532" y="3389376"/>
            <a:ext cx="0" cy="16064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B9B24745-0481-1C62-6470-6CF859F58502}"/>
              </a:ext>
            </a:extLst>
          </p:cNvPr>
          <p:cNvCxnSpPr>
            <a:cxnSpLocks/>
            <a:stCxn id="44" idx="3"/>
            <a:endCxn id="10" idx="1"/>
          </p:cNvCxnSpPr>
          <p:nvPr/>
        </p:nvCxnSpPr>
        <p:spPr>
          <a:xfrm flipV="1">
            <a:off x="8759920" y="2951988"/>
            <a:ext cx="1725866" cy="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C1B0346-CCC0-D9CA-58A7-627ED8F5F62D}"/>
              </a:ext>
            </a:extLst>
          </p:cNvPr>
          <p:cNvSpPr/>
          <p:nvPr/>
        </p:nvSpPr>
        <p:spPr>
          <a:xfrm>
            <a:off x="9174931" y="2494788"/>
            <a:ext cx="9144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max</a:t>
            </a:r>
          </a:p>
          <a:p>
            <a:pPr algn="ctr"/>
            <a:r>
              <a:rPr lang="en-US" altLang="ko-KR" dirty="0"/>
              <a:t>pool</a:t>
            </a:r>
            <a:endParaRPr lang="ko-KR" altLang="en-US" dirty="0"/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075BFB51-B0DD-6D83-248B-5495DEA2D933}"/>
              </a:ext>
            </a:extLst>
          </p:cNvPr>
          <p:cNvCxnSpPr>
            <a:stCxn id="17" idx="3"/>
            <a:endCxn id="74" idx="2"/>
          </p:cNvCxnSpPr>
          <p:nvPr/>
        </p:nvCxnSpPr>
        <p:spPr>
          <a:xfrm flipV="1">
            <a:off x="8759920" y="3409188"/>
            <a:ext cx="872211" cy="158659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C228032-026B-5861-278D-4BBC63F4004C}"/>
              </a:ext>
            </a:extLst>
          </p:cNvPr>
          <p:cNvSpPr txBox="1"/>
          <p:nvPr/>
        </p:nvSpPr>
        <p:spPr>
          <a:xfrm>
            <a:off x="225486" y="481111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En_maxpool</a:t>
            </a:r>
            <a:endParaRPr lang="ko-KR" alt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4C1FE5D-B829-7F9A-24A4-49557F074975}"/>
              </a:ext>
            </a:extLst>
          </p:cNvPr>
          <p:cNvSpPr txBox="1"/>
          <p:nvPr/>
        </p:nvSpPr>
        <p:spPr>
          <a:xfrm>
            <a:off x="940166" y="2747510"/>
            <a:ext cx="684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Valid</a:t>
            </a:r>
            <a:endParaRPr lang="ko-KR" alt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75EDD2-31A0-D1C1-A613-8F837B52CD6A}"/>
              </a:ext>
            </a:extLst>
          </p:cNvPr>
          <p:cNvSpPr txBox="1"/>
          <p:nvPr/>
        </p:nvSpPr>
        <p:spPr>
          <a:xfrm>
            <a:off x="6241346" y="261715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</a:t>
            </a:r>
            <a:endParaRPr lang="ko-KR" altLang="en-US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D2340D0-0F12-322E-D004-2DF74AB2E2CF}"/>
              </a:ext>
            </a:extLst>
          </p:cNvPr>
          <p:cNvCxnSpPr>
            <a:cxnSpLocks/>
          </p:cNvCxnSpPr>
          <p:nvPr/>
        </p:nvCxnSpPr>
        <p:spPr>
          <a:xfrm>
            <a:off x="10982674" y="2958700"/>
            <a:ext cx="8536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623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5C373-1D80-2EBA-176C-99F49D41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v2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484F91-A086-5B09-0600-034752115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2348"/>
            <a:ext cx="12192000" cy="2484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C661D13-DFDB-6E1B-17AC-D40008B33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" y="3116511"/>
            <a:ext cx="5227773" cy="36960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D3F8641-2A58-B98F-AFE2-4239E563A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840" y="3097459"/>
            <a:ext cx="6119390" cy="37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4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250</Words>
  <Application>Microsoft Office PowerPoint</Application>
  <PresentationFormat>와이드스크린</PresentationFormat>
  <Paragraphs>175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hw reports (125MHz)</vt:lpstr>
      <vt:lpstr>PowerPoint 프레젠테이션</vt:lpstr>
      <vt:lpstr>PowerPoint 프레젠테이션</vt:lpstr>
      <vt:lpstr>PowerPoint 프레젠테이션</vt:lpstr>
      <vt:lpstr>PowerPoint 프레젠테이션</vt:lpstr>
      <vt:lpstr>v2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본서 구</dc:creator>
  <cp:lastModifiedBy>본서 구</cp:lastModifiedBy>
  <cp:revision>57</cp:revision>
  <dcterms:created xsi:type="dcterms:W3CDTF">2026-08-24T11:24:44Z</dcterms:created>
  <dcterms:modified xsi:type="dcterms:W3CDTF">2026-09-06T19:45:43Z</dcterms:modified>
</cp:coreProperties>
</file>